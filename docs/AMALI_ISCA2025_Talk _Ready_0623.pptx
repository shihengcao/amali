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80" r:id="rId3"/>
    <p:sldId id="273" r:id="rId4"/>
    <p:sldId id="274" r:id="rId5"/>
    <p:sldId id="275" r:id="rId6"/>
    <p:sldId id="262" r:id="rId7"/>
    <p:sldId id="277" r:id="rId8"/>
    <p:sldId id="284" r:id="rId9"/>
    <p:sldId id="276" r:id="rId10"/>
    <p:sldId id="278" r:id="rId11"/>
    <p:sldId id="281" r:id="rId12"/>
    <p:sldId id="261" r:id="rId13"/>
    <p:sldId id="279" r:id="rId14"/>
    <p:sldId id="263" r:id="rId15"/>
    <p:sldId id="270" r:id="rId16"/>
    <p:sldId id="282" r:id="rId17"/>
    <p:sldId id="265" r:id="rId18"/>
    <p:sldId id="266" r:id="rId19"/>
    <p:sldId id="267" r:id="rId20"/>
    <p:sldId id="283" r:id="rId21"/>
    <p:sldId id="268" r:id="rId22"/>
    <p:sldId id="26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士衡 曹" initials="士衡" lastIdx="1" clrIdx="0">
    <p:extLst>
      <p:ext uri="{19B8F6BF-5375-455C-9EA6-DF929625EA0E}">
        <p15:presenceInfo xmlns:p15="http://schemas.microsoft.com/office/powerpoint/2012/main" userId="7e134164ebce83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434F"/>
    <a:srgbClr val="FF5A5F"/>
    <a:srgbClr val="45BED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C4C0DF-2AB8-4A32-B0E6-685E62DDD197}" v="28" dt="2025-06-23T06:38:20.485"/>
    <p1510:client id="{DE7EB3F7-68E0-4332-8B15-42D0EABCC221}" v="13" dt="2025-06-23T06:18:30.66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323" autoAdjust="0"/>
  </p:normalViewPr>
  <p:slideViewPr>
    <p:cSldViewPr snapToGrid="0">
      <p:cViewPr varScale="1">
        <p:scale>
          <a:sx n="53" d="100"/>
          <a:sy n="53" d="100"/>
        </p:scale>
        <p:origin x="68" y="8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士衡 曹" userId="7e134164ebce8318" providerId="LiveId" clId="{D4C4C0DF-2AB8-4A32-B0E6-685E62DDD197}"/>
    <pc:docChg chg="custSel delSld modSld">
      <pc:chgData name="士衡 曹" userId="7e134164ebce8318" providerId="LiveId" clId="{D4C4C0DF-2AB8-4A32-B0E6-685E62DDD197}" dt="2025-06-24T02:06:07.252" v="150" actId="20577"/>
      <pc:docMkLst>
        <pc:docMk/>
      </pc:docMkLst>
      <pc:sldChg chg="del">
        <pc:chgData name="士衡 曹" userId="7e134164ebce8318" providerId="LiveId" clId="{D4C4C0DF-2AB8-4A32-B0E6-685E62DDD197}" dt="2025-06-23T06:31:58.448" v="0" actId="47"/>
        <pc:sldMkLst>
          <pc:docMk/>
          <pc:sldMk cId="0" sldId="257"/>
        </pc:sldMkLst>
      </pc:sldChg>
      <pc:sldChg chg="del">
        <pc:chgData name="士衡 曹" userId="7e134164ebce8318" providerId="LiveId" clId="{D4C4C0DF-2AB8-4A32-B0E6-685E62DDD197}" dt="2025-06-23T06:31:58.448" v="0" actId="47"/>
        <pc:sldMkLst>
          <pc:docMk/>
          <pc:sldMk cId="0" sldId="258"/>
        </pc:sldMkLst>
      </pc:sldChg>
      <pc:sldChg chg="del">
        <pc:chgData name="士衡 曹" userId="7e134164ebce8318" providerId="LiveId" clId="{D4C4C0DF-2AB8-4A32-B0E6-685E62DDD197}" dt="2025-06-23T06:31:58.448" v="0" actId="47"/>
        <pc:sldMkLst>
          <pc:docMk/>
          <pc:sldMk cId="0" sldId="259"/>
        </pc:sldMkLst>
      </pc:sldChg>
      <pc:sldChg chg="del">
        <pc:chgData name="士衡 曹" userId="7e134164ebce8318" providerId="LiveId" clId="{D4C4C0DF-2AB8-4A32-B0E6-685E62DDD197}" dt="2025-06-23T06:31:58.448" v="0" actId="47"/>
        <pc:sldMkLst>
          <pc:docMk/>
          <pc:sldMk cId="0" sldId="260"/>
        </pc:sldMkLst>
      </pc:sldChg>
      <pc:sldChg chg="addSp modSp mod">
        <pc:chgData name="士衡 曹" userId="7e134164ebce8318" providerId="LiveId" clId="{D4C4C0DF-2AB8-4A32-B0E6-685E62DDD197}" dt="2025-06-24T02:06:07.252" v="150" actId="20577"/>
        <pc:sldMkLst>
          <pc:docMk/>
          <pc:sldMk cId="0" sldId="262"/>
        </pc:sldMkLst>
        <pc:spChg chg="mod">
          <ac:chgData name="士衡 曹" userId="7e134164ebce8318" providerId="LiveId" clId="{D4C4C0DF-2AB8-4A32-B0E6-685E62DDD197}" dt="2025-06-23T06:37:52.287" v="38" actId="1076"/>
          <ac:spMkLst>
            <pc:docMk/>
            <pc:sldMk cId="0" sldId="262"/>
            <ac:spMk id="2" creationId="{00000000-0000-0000-0000-000000000000}"/>
          </ac:spMkLst>
        </pc:spChg>
        <pc:spChg chg="mod">
          <ac:chgData name="士衡 曹" userId="7e134164ebce8318" providerId="LiveId" clId="{D4C4C0DF-2AB8-4A32-B0E6-685E62DDD197}" dt="2025-06-23T06:38:37.745" v="71" actId="1076"/>
          <ac:spMkLst>
            <pc:docMk/>
            <pc:sldMk cId="0" sldId="262"/>
            <ac:spMk id="3" creationId="{F43B42A3-6F8B-4175-BE9C-243B001BB18B}"/>
          </ac:spMkLst>
        </pc:spChg>
        <pc:spChg chg="add mod">
          <ac:chgData name="士衡 曹" userId="7e134164ebce8318" providerId="LiveId" clId="{D4C4C0DF-2AB8-4A32-B0E6-685E62DDD197}" dt="2025-06-23T06:38:40.773" v="72" actId="1076"/>
          <ac:spMkLst>
            <pc:docMk/>
            <pc:sldMk cId="0" sldId="262"/>
            <ac:spMk id="4" creationId="{ECEA0CAF-8047-55AE-49FC-282575B5CD1D}"/>
          </ac:spMkLst>
        </pc:spChg>
        <pc:spChg chg="mod">
          <ac:chgData name="士衡 曹" userId="7e134164ebce8318" providerId="LiveId" clId="{D4C4C0DF-2AB8-4A32-B0E6-685E62DDD197}" dt="2025-06-24T02:06:07.252" v="150" actId="20577"/>
          <ac:spMkLst>
            <pc:docMk/>
            <pc:sldMk cId="0" sldId="262"/>
            <ac:spMk id="84" creationId="{443F5AA4-9A63-4EAC-BD33-AA7B87867500}"/>
          </ac:spMkLst>
        </pc:spChg>
        <pc:spChg chg="mod">
          <ac:chgData name="士衡 曹" userId="7e134164ebce8318" providerId="LiveId" clId="{D4C4C0DF-2AB8-4A32-B0E6-685E62DDD197}" dt="2025-06-23T06:38:34.468" v="70" actId="1076"/>
          <ac:spMkLst>
            <pc:docMk/>
            <pc:sldMk cId="0" sldId="262"/>
            <ac:spMk id="168" creationId="{FC6D48D4-1BEE-43F1-ABEF-2AF7995B672B}"/>
          </ac:spMkLst>
        </pc:spChg>
      </pc:sldChg>
      <pc:sldChg chg="del">
        <pc:chgData name="士衡 曹" userId="7e134164ebce8318" providerId="LiveId" clId="{D4C4C0DF-2AB8-4A32-B0E6-685E62DDD197}" dt="2025-06-23T06:31:58.448" v="0" actId="47"/>
        <pc:sldMkLst>
          <pc:docMk/>
          <pc:sldMk cId="0" sldId="264"/>
        </pc:sldMkLst>
      </pc:sldChg>
      <pc:sldChg chg="del">
        <pc:chgData name="士衡 曹" userId="7e134164ebce8318" providerId="LiveId" clId="{D4C4C0DF-2AB8-4A32-B0E6-685E62DDD197}" dt="2025-06-23T06:31:58.448" v="0" actId="47"/>
        <pc:sldMkLst>
          <pc:docMk/>
          <pc:sldMk cId="920649698" sldId="271"/>
        </pc:sldMkLst>
      </pc:sldChg>
      <pc:sldChg chg="del">
        <pc:chgData name="士衡 曹" userId="7e134164ebce8318" providerId="LiveId" clId="{D4C4C0DF-2AB8-4A32-B0E6-685E62DDD197}" dt="2025-06-23T06:31:58.448" v="0" actId="47"/>
        <pc:sldMkLst>
          <pc:docMk/>
          <pc:sldMk cId="1061248090" sldId="272"/>
        </pc:sldMkLst>
      </pc:sldChg>
      <pc:sldChg chg="modSp mod">
        <pc:chgData name="士衡 曹" userId="7e134164ebce8318" providerId="LiveId" clId="{D4C4C0DF-2AB8-4A32-B0E6-685E62DDD197}" dt="2025-06-23T06:34:42.108" v="15" actId="20577"/>
        <pc:sldMkLst>
          <pc:docMk/>
          <pc:sldMk cId="2739764935" sldId="273"/>
        </pc:sldMkLst>
        <pc:spChg chg="mod">
          <ac:chgData name="士衡 曹" userId="7e134164ebce8318" providerId="LiveId" clId="{D4C4C0DF-2AB8-4A32-B0E6-685E62DDD197}" dt="2025-06-23T06:34:42.108" v="15" actId="20577"/>
          <ac:spMkLst>
            <pc:docMk/>
            <pc:sldMk cId="2739764935" sldId="273"/>
            <ac:spMk id="6" creationId="{4DF1D67A-DA87-47B8-A985-72A9D7E80119}"/>
          </ac:spMkLst>
        </pc:spChg>
      </pc:sldChg>
      <pc:sldChg chg="modSp mod">
        <pc:chgData name="士衡 曹" userId="7e134164ebce8318" providerId="LiveId" clId="{D4C4C0DF-2AB8-4A32-B0E6-685E62DDD197}" dt="2025-06-23T07:11:06.727" v="109" actId="20577"/>
        <pc:sldMkLst>
          <pc:docMk/>
          <pc:sldMk cId="4226046960" sldId="277"/>
        </pc:sldMkLst>
        <pc:spChg chg="mod">
          <ac:chgData name="士衡 曹" userId="7e134164ebce8318" providerId="LiveId" clId="{D4C4C0DF-2AB8-4A32-B0E6-685E62DDD197}" dt="2025-06-23T07:11:06.727" v="109" actId="20577"/>
          <ac:spMkLst>
            <pc:docMk/>
            <pc:sldMk cId="4226046960" sldId="277"/>
            <ac:spMk id="8" creationId="{D7F8E272-B0DD-4A14-810A-722B0894E9EC}"/>
          </ac:spMkLst>
        </pc:spChg>
      </pc:sldChg>
      <pc:sldChg chg="modSp mod">
        <pc:chgData name="士衡 曹" userId="7e134164ebce8318" providerId="LiveId" clId="{D4C4C0DF-2AB8-4A32-B0E6-685E62DDD197}" dt="2025-06-23T07:08:47.838" v="83" actId="27636"/>
        <pc:sldMkLst>
          <pc:docMk/>
          <pc:sldMk cId="979219211" sldId="279"/>
        </pc:sldMkLst>
        <pc:spChg chg="mod">
          <ac:chgData name="士衡 曹" userId="7e134164ebce8318" providerId="LiveId" clId="{D4C4C0DF-2AB8-4A32-B0E6-685E62DDD197}" dt="2025-06-23T07:08:47.838" v="83" actId="27636"/>
          <ac:spMkLst>
            <pc:docMk/>
            <pc:sldMk cId="979219211" sldId="279"/>
            <ac:spMk id="8" creationId="{D7F8E272-B0DD-4A14-810A-722B0894E9EC}"/>
          </ac:spMkLst>
        </pc:spChg>
      </pc:sldChg>
      <pc:sldChg chg="del">
        <pc:chgData name="士衡 曹" userId="7e134164ebce8318" providerId="LiveId" clId="{D4C4C0DF-2AB8-4A32-B0E6-685E62DDD197}" dt="2025-06-23T06:31:58.448" v="0" actId="47"/>
        <pc:sldMkLst>
          <pc:docMk/>
          <pc:sldMk cId="2515839041" sldId="285"/>
        </pc:sldMkLst>
      </pc:sldChg>
    </pc:docChg>
  </pc:docChgLst>
  <pc:docChgLst>
    <pc:chgData name="士衡 曹" userId="7e134164ebce8318" providerId="LiveId" clId="{FEE42FEC-DD66-4AFC-B323-9F66E42E48CE}"/>
    <pc:docChg chg="undo redo custSel addSld delSld modSld sldOrd modMainMaster modNotesMaster">
      <pc:chgData name="士衡 曹" userId="7e134164ebce8318" providerId="LiveId" clId="{FEE42FEC-DD66-4AFC-B323-9F66E42E48CE}" dt="2025-06-18T09:22:46.926" v="9379" actId="1076"/>
      <pc:docMkLst>
        <pc:docMk/>
      </pc:docMkLst>
      <pc:sldChg chg="addSp modSp mod modNotes">
        <pc:chgData name="士衡 曹" userId="7e134164ebce8318" providerId="LiveId" clId="{FEE42FEC-DD66-4AFC-B323-9F66E42E48CE}" dt="2025-06-18T08:47:52.533" v="9377" actId="1076"/>
        <pc:sldMkLst>
          <pc:docMk/>
          <pc:sldMk cId="0" sldId="256"/>
        </pc:sldMkLst>
        <pc:spChg chg="add mod">
          <ac:chgData name="士衡 曹" userId="7e134164ebce8318" providerId="LiveId" clId="{FEE42FEC-DD66-4AFC-B323-9F66E42E48CE}" dt="2025-06-18T08:47:52.533" v="9377" actId="1076"/>
          <ac:spMkLst>
            <pc:docMk/>
            <pc:sldMk cId="0" sldId="256"/>
            <ac:spMk id="6" creationId="{EFCE0A8E-5BFF-42D1-AFF0-B15D38B927B4}"/>
          </ac:spMkLst>
        </pc:spChg>
        <pc:picChg chg="mod">
          <ac:chgData name="士衡 曹" userId="7e134164ebce8318" providerId="LiveId" clId="{FEE42FEC-DD66-4AFC-B323-9F66E42E48CE}" dt="2025-06-18T07:54:08.119" v="9126" actId="1076"/>
          <ac:picMkLst>
            <pc:docMk/>
            <pc:sldMk cId="0" sldId="256"/>
            <ac:picMk id="7" creationId="{B4A0F3B8-034D-414C-A469-86C8BAF0C881}"/>
          </ac:picMkLst>
        </pc:picChg>
      </pc:sldChg>
      <pc:sldChg chg="modSp mod ord modNotes modNotesTx">
        <pc:chgData name="士衡 曹" userId="7e134164ebce8318" providerId="LiveId" clId="{FEE42FEC-DD66-4AFC-B323-9F66E42E48CE}" dt="2025-06-10T07:48:22.637" v="322"/>
        <pc:sldMkLst>
          <pc:docMk/>
          <pc:sldMk cId="0" sldId="257"/>
        </pc:sldMkLst>
      </pc:sldChg>
      <pc:sldChg chg="modSp mod ord modNotes">
        <pc:chgData name="士衡 曹" userId="7e134164ebce8318" providerId="LiveId" clId="{FEE42FEC-DD66-4AFC-B323-9F66E42E48CE}" dt="2025-06-10T07:48:13.729" v="320"/>
        <pc:sldMkLst>
          <pc:docMk/>
          <pc:sldMk cId="0" sldId="258"/>
        </pc:sldMkLst>
      </pc:sldChg>
      <pc:sldChg chg="addSp modSp mod modNotes">
        <pc:chgData name="士衡 曹" userId="7e134164ebce8318" providerId="LiveId" clId="{FEE42FEC-DD66-4AFC-B323-9F66E42E48CE}" dt="2025-06-17T06:43:39.327" v="6707" actId="20577"/>
        <pc:sldMkLst>
          <pc:docMk/>
          <pc:sldMk cId="0" sldId="259"/>
        </pc:sldMkLst>
      </pc:sldChg>
      <pc:sldChg chg="modSp mod ord modNotes">
        <pc:chgData name="士衡 曹" userId="7e134164ebce8318" providerId="LiveId" clId="{FEE42FEC-DD66-4AFC-B323-9F66E42E48CE}" dt="2025-06-16T08:46:08.801" v="6087" actId="1076"/>
        <pc:sldMkLst>
          <pc:docMk/>
          <pc:sldMk cId="0" sldId="260"/>
        </pc:sldMkLst>
      </pc:sldChg>
      <pc:sldChg chg="addSp delSp modSp mod addCm delCm modNotes modNotesTx">
        <pc:chgData name="士衡 曹" userId="7e134164ebce8318" providerId="LiveId" clId="{FEE42FEC-DD66-4AFC-B323-9F66E42E48CE}" dt="2025-06-18T07:10:50.208" v="8699" actId="20577"/>
        <pc:sldMkLst>
          <pc:docMk/>
          <pc:sldMk cId="0" sldId="261"/>
        </pc:sldMkLst>
        <pc:spChg chg="mod">
          <ac:chgData name="士衡 曹" userId="7e134164ebce8318" providerId="LiveId" clId="{FEE42FEC-DD66-4AFC-B323-9F66E42E48CE}" dt="2025-06-13T08:49:25.719" v="5148" actId="20577"/>
          <ac:spMkLst>
            <pc:docMk/>
            <pc:sldMk cId="0" sldId="261"/>
            <ac:spMk id="2" creationId="{00000000-0000-0000-0000-000000000000}"/>
          </ac:spMkLst>
        </pc:spChg>
        <pc:picChg chg="mod">
          <ac:chgData name="士衡 曹" userId="7e134164ebce8318" providerId="LiveId" clId="{FEE42FEC-DD66-4AFC-B323-9F66E42E48CE}" dt="2025-06-13T08:49:24.302" v="5147" actId="1076"/>
          <ac:picMkLst>
            <pc:docMk/>
            <pc:sldMk cId="0" sldId="261"/>
            <ac:picMk id="5" creationId="{9DB90044-1273-45F5-88F7-0F1045D4C256}"/>
          </ac:picMkLst>
        </pc:picChg>
      </pc:sldChg>
      <pc:sldChg chg="addSp delSp modSp mod ord modNotes modNotesTx">
        <pc:chgData name="士衡 曹" userId="7e134164ebce8318" providerId="LiveId" clId="{FEE42FEC-DD66-4AFC-B323-9F66E42E48CE}" dt="2025-06-18T08:36:58.405" v="9318" actId="1076"/>
        <pc:sldMkLst>
          <pc:docMk/>
          <pc:sldMk cId="0" sldId="262"/>
        </pc:sldMkLst>
        <pc:spChg chg="mod">
          <ac:chgData name="士衡 曹" userId="7e134164ebce8318" providerId="LiveId" clId="{FEE42FEC-DD66-4AFC-B323-9F66E42E48CE}" dt="2025-06-16T08:40:43.429" v="6056" actId="1076"/>
          <ac:spMkLst>
            <pc:docMk/>
            <pc:sldMk cId="0" sldId="262"/>
            <ac:spMk id="2" creationId="{00000000-0000-0000-0000-000000000000}"/>
          </ac:spMkLst>
        </pc:spChg>
        <pc:spChg chg="add mod">
          <ac:chgData name="士衡 曹" userId="7e134164ebce8318" providerId="LiveId" clId="{FEE42FEC-DD66-4AFC-B323-9F66E42E48CE}" dt="2025-06-18T08:36:37.755" v="9310" actId="1076"/>
          <ac:spMkLst>
            <pc:docMk/>
            <pc:sldMk cId="0" sldId="262"/>
            <ac:spMk id="3" creationId="{F43B42A3-6F8B-4175-BE9C-243B001BB18B}"/>
          </ac:spMkLst>
        </pc:spChg>
        <pc:spChg chg="mod">
          <ac:chgData name="士衡 曹" userId="7e134164ebce8318" providerId="LiveId" clId="{FEE42FEC-DD66-4AFC-B323-9F66E42E48CE}" dt="2025-06-12T03:03:29.531" v="3823" actId="1076"/>
          <ac:spMkLst>
            <pc:docMk/>
            <pc:sldMk cId="0" sldId="262"/>
            <ac:spMk id="6" creationId="{4284C826-B5C0-4526-9D9F-D1BD70FAF155}"/>
          </ac:spMkLst>
        </pc:spChg>
        <pc:spChg chg="add mod">
          <ac:chgData name="士衡 曹" userId="7e134164ebce8318" providerId="LiveId" clId="{FEE42FEC-DD66-4AFC-B323-9F66E42E48CE}" dt="2025-06-18T08:36:58.405" v="9318" actId="1076"/>
          <ac:spMkLst>
            <pc:docMk/>
            <pc:sldMk cId="0" sldId="262"/>
            <ac:spMk id="13" creationId="{AAAED26B-A43D-473E-9F8E-85C9E7B52219}"/>
          </ac:spMkLst>
        </pc:spChg>
        <pc:spChg chg="add mod">
          <ac:chgData name="士衡 曹" userId="7e134164ebce8318" providerId="LiveId" clId="{FEE42FEC-DD66-4AFC-B323-9F66E42E48CE}" dt="2025-06-18T08:36:58.405" v="9318" actId="1076"/>
          <ac:spMkLst>
            <pc:docMk/>
            <pc:sldMk cId="0" sldId="262"/>
            <ac:spMk id="14" creationId="{B90CDF55-BFDE-4CBA-96FA-CA52E5B160AC}"/>
          </ac:spMkLst>
        </pc:spChg>
        <pc:spChg chg="add mod">
          <ac:chgData name="士衡 曹" userId="7e134164ebce8318" providerId="LiveId" clId="{FEE42FEC-DD66-4AFC-B323-9F66E42E48CE}" dt="2025-06-18T08:36:58.405" v="9318" actId="1076"/>
          <ac:spMkLst>
            <pc:docMk/>
            <pc:sldMk cId="0" sldId="262"/>
            <ac:spMk id="26" creationId="{1E768DAE-1A7B-43B5-AE47-C694B10DB7C3}"/>
          </ac:spMkLst>
        </pc:spChg>
        <pc:spChg chg="add mod">
          <ac:chgData name="士衡 曹" userId="7e134164ebce8318" providerId="LiveId" clId="{FEE42FEC-DD66-4AFC-B323-9F66E42E48CE}" dt="2025-06-18T08:36:58.405" v="9318" actId="1076"/>
          <ac:spMkLst>
            <pc:docMk/>
            <pc:sldMk cId="0" sldId="262"/>
            <ac:spMk id="27" creationId="{5ADD59FC-BACD-41F6-9F71-1F8BDB1CC2E3}"/>
          </ac:spMkLst>
        </pc:spChg>
        <pc:spChg chg="add mod">
          <ac:chgData name="士衡 曹" userId="7e134164ebce8318" providerId="LiveId" clId="{FEE42FEC-DD66-4AFC-B323-9F66E42E48CE}" dt="2025-06-18T08:36:58.405" v="9318" actId="1076"/>
          <ac:spMkLst>
            <pc:docMk/>
            <pc:sldMk cId="0" sldId="262"/>
            <ac:spMk id="28" creationId="{E113C9FA-E3B9-43EE-A515-FA03F5BF09A8}"/>
          </ac:spMkLst>
        </pc:spChg>
        <pc:spChg chg="add mod">
          <ac:chgData name="士衡 曹" userId="7e134164ebce8318" providerId="LiveId" clId="{FEE42FEC-DD66-4AFC-B323-9F66E42E48CE}" dt="2025-06-18T08:36:58.405" v="9318" actId="1076"/>
          <ac:spMkLst>
            <pc:docMk/>
            <pc:sldMk cId="0" sldId="262"/>
            <ac:spMk id="84" creationId="{443F5AA4-9A63-4EAC-BD33-AA7B87867500}"/>
          </ac:spMkLst>
        </pc:spChg>
        <pc:spChg chg="add mod">
          <ac:chgData name="士衡 曹" userId="7e134164ebce8318" providerId="LiveId" clId="{FEE42FEC-DD66-4AFC-B323-9F66E42E48CE}" dt="2025-06-18T08:36:58.405" v="9318" actId="1076"/>
          <ac:spMkLst>
            <pc:docMk/>
            <pc:sldMk cId="0" sldId="262"/>
            <ac:spMk id="102" creationId="{34791C20-D5C7-4026-B827-078CE72E255E}"/>
          </ac:spMkLst>
        </pc:spChg>
        <pc:spChg chg="add mod">
          <ac:chgData name="士衡 曹" userId="7e134164ebce8318" providerId="LiveId" clId="{FEE42FEC-DD66-4AFC-B323-9F66E42E48CE}" dt="2025-06-18T08:36:58.405" v="9318" actId="1076"/>
          <ac:spMkLst>
            <pc:docMk/>
            <pc:sldMk cId="0" sldId="262"/>
            <ac:spMk id="103" creationId="{3E9F6A11-9B18-43C3-8553-058720FB44C8}"/>
          </ac:spMkLst>
        </pc:spChg>
        <pc:spChg chg="add mod">
          <ac:chgData name="士衡 曹" userId="7e134164ebce8318" providerId="LiveId" clId="{FEE42FEC-DD66-4AFC-B323-9F66E42E48CE}" dt="2025-06-18T08:36:58.405" v="9318" actId="1076"/>
          <ac:spMkLst>
            <pc:docMk/>
            <pc:sldMk cId="0" sldId="262"/>
            <ac:spMk id="116" creationId="{73B3C90D-AB84-4F84-826D-0F21BA8C11BA}"/>
          </ac:spMkLst>
        </pc:spChg>
        <pc:spChg chg="add mod">
          <ac:chgData name="士衡 曹" userId="7e134164ebce8318" providerId="LiveId" clId="{FEE42FEC-DD66-4AFC-B323-9F66E42E48CE}" dt="2025-06-18T08:36:58.405" v="9318" actId="1076"/>
          <ac:spMkLst>
            <pc:docMk/>
            <pc:sldMk cId="0" sldId="262"/>
            <ac:spMk id="129" creationId="{8F399912-B28B-492A-9CB2-1D0E64924631}"/>
          </ac:spMkLst>
        </pc:spChg>
        <pc:spChg chg="add mod">
          <ac:chgData name="士衡 曹" userId="7e134164ebce8318" providerId="LiveId" clId="{FEE42FEC-DD66-4AFC-B323-9F66E42E48CE}" dt="2025-06-18T08:36:58.405" v="9318" actId="1076"/>
          <ac:spMkLst>
            <pc:docMk/>
            <pc:sldMk cId="0" sldId="262"/>
            <ac:spMk id="142" creationId="{5E594B38-E0F9-40CF-BF47-CC3CDBE3C61B}"/>
          </ac:spMkLst>
        </pc:spChg>
        <pc:spChg chg="add mod">
          <ac:chgData name="士衡 曹" userId="7e134164ebce8318" providerId="LiveId" clId="{FEE42FEC-DD66-4AFC-B323-9F66E42E48CE}" dt="2025-06-18T08:36:54.004" v="9317" actId="14100"/>
          <ac:spMkLst>
            <pc:docMk/>
            <pc:sldMk cId="0" sldId="262"/>
            <ac:spMk id="168" creationId="{FC6D48D4-1BEE-43F1-ABEF-2AF7995B672B}"/>
          </ac:spMkLst>
        </pc:spChg>
        <pc:spChg chg="add mod">
          <ac:chgData name="士衡 曹" userId="7e134164ebce8318" providerId="LiveId" clId="{FEE42FEC-DD66-4AFC-B323-9F66E42E48CE}" dt="2025-06-18T08:36:58.405" v="9318" actId="1076"/>
          <ac:spMkLst>
            <pc:docMk/>
            <pc:sldMk cId="0" sldId="262"/>
            <ac:spMk id="169" creationId="{DCA634E8-CC90-4E02-9012-B1D016984041}"/>
          </ac:spMkLst>
        </pc:spChg>
        <pc:spChg chg="add mod">
          <ac:chgData name="士衡 曹" userId="7e134164ebce8318" providerId="LiveId" clId="{FEE42FEC-DD66-4AFC-B323-9F66E42E48CE}" dt="2025-06-18T08:36:58.405" v="9318" actId="1076"/>
          <ac:spMkLst>
            <pc:docMk/>
            <pc:sldMk cId="0" sldId="262"/>
            <ac:spMk id="170" creationId="{F41A7F4E-E031-4000-B067-7933B0E05333}"/>
          </ac:spMkLst>
        </pc:spChg>
        <pc:spChg chg="add mod">
          <ac:chgData name="士衡 曹" userId="7e134164ebce8318" providerId="LiveId" clId="{FEE42FEC-DD66-4AFC-B323-9F66E42E48CE}" dt="2025-06-18T08:36:58.405" v="9318" actId="1076"/>
          <ac:spMkLst>
            <pc:docMk/>
            <pc:sldMk cId="0" sldId="262"/>
            <ac:spMk id="179" creationId="{7DE43762-68A8-40C5-87B3-18B242C1138C}"/>
          </ac:spMkLst>
        </pc:spChg>
        <pc:spChg chg="add mod">
          <ac:chgData name="士衡 曹" userId="7e134164ebce8318" providerId="LiveId" clId="{FEE42FEC-DD66-4AFC-B323-9F66E42E48CE}" dt="2025-06-18T08:36:58.405" v="9318" actId="1076"/>
          <ac:spMkLst>
            <pc:docMk/>
            <pc:sldMk cId="0" sldId="262"/>
            <ac:spMk id="180" creationId="{D24EE0BA-ED5F-4FDF-9FA2-E7771756C77B}"/>
          </ac:spMkLst>
        </pc:spChg>
        <pc:spChg chg="add mod">
          <ac:chgData name="士衡 曹" userId="7e134164ebce8318" providerId="LiveId" clId="{FEE42FEC-DD66-4AFC-B323-9F66E42E48CE}" dt="2025-06-18T08:36:58.405" v="9318" actId="1076"/>
          <ac:spMkLst>
            <pc:docMk/>
            <pc:sldMk cId="0" sldId="262"/>
            <ac:spMk id="181" creationId="{6A06E173-4B07-4B2A-B7AB-A970EC5769FA}"/>
          </ac:spMkLst>
        </pc:spChg>
        <pc:spChg chg="add mod">
          <ac:chgData name="士衡 曹" userId="7e134164ebce8318" providerId="LiveId" clId="{FEE42FEC-DD66-4AFC-B323-9F66E42E48CE}" dt="2025-06-18T08:36:58.405" v="9318" actId="1076"/>
          <ac:spMkLst>
            <pc:docMk/>
            <pc:sldMk cId="0" sldId="262"/>
            <ac:spMk id="182" creationId="{DED8C19F-7DC6-4507-B16B-CE1CFD9F3C88}"/>
          </ac:spMkLst>
        </pc:spChg>
        <pc:spChg chg="add mod">
          <ac:chgData name="士衡 曹" userId="7e134164ebce8318" providerId="LiveId" clId="{FEE42FEC-DD66-4AFC-B323-9F66E42E48CE}" dt="2025-06-18T08:36:58.405" v="9318" actId="1076"/>
          <ac:spMkLst>
            <pc:docMk/>
            <pc:sldMk cId="0" sldId="262"/>
            <ac:spMk id="183" creationId="{69A5D8B5-9E4C-4C25-AEFB-954F1D034293}"/>
          </ac:spMkLst>
        </pc:spChg>
        <pc:spChg chg="add mod">
          <ac:chgData name="士衡 曹" userId="7e134164ebce8318" providerId="LiveId" clId="{FEE42FEC-DD66-4AFC-B323-9F66E42E48CE}" dt="2025-06-18T08:36:58.405" v="9318" actId="1076"/>
          <ac:spMkLst>
            <pc:docMk/>
            <pc:sldMk cId="0" sldId="262"/>
            <ac:spMk id="192" creationId="{685DE1B1-38E4-4B77-AD28-FF59810D5C22}"/>
          </ac:spMkLst>
        </pc:spChg>
        <pc:spChg chg="add mod">
          <ac:chgData name="士衡 曹" userId="7e134164ebce8318" providerId="LiveId" clId="{FEE42FEC-DD66-4AFC-B323-9F66E42E48CE}" dt="2025-06-18T08:36:58.405" v="9318" actId="1076"/>
          <ac:spMkLst>
            <pc:docMk/>
            <pc:sldMk cId="0" sldId="262"/>
            <ac:spMk id="193" creationId="{B2221D3F-E767-415B-9E17-71360CDFDF76}"/>
          </ac:spMkLst>
        </pc:spChg>
        <pc:spChg chg="add mod">
          <ac:chgData name="士衡 曹" userId="7e134164ebce8318" providerId="LiveId" clId="{FEE42FEC-DD66-4AFC-B323-9F66E42E48CE}" dt="2025-06-18T08:36:58.405" v="9318" actId="1076"/>
          <ac:spMkLst>
            <pc:docMk/>
            <pc:sldMk cId="0" sldId="262"/>
            <ac:spMk id="194" creationId="{590ADBE0-F560-4A00-980A-8F1D059FA854}"/>
          </ac:spMkLst>
        </pc:spChg>
        <pc:spChg chg="add mod">
          <ac:chgData name="士衡 曹" userId="7e134164ebce8318" providerId="LiveId" clId="{FEE42FEC-DD66-4AFC-B323-9F66E42E48CE}" dt="2025-06-18T08:36:58.405" v="9318" actId="1076"/>
          <ac:spMkLst>
            <pc:docMk/>
            <pc:sldMk cId="0" sldId="262"/>
            <ac:spMk id="195" creationId="{9CEE4808-1011-45EB-B6E1-797A8BA40FBB}"/>
          </ac:spMkLst>
        </pc:spChg>
        <pc:spChg chg="add mod">
          <ac:chgData name="士衡 曹" userId="7e134164ebce8318" providerId="LiveId" clId="{FEE42FEC-DD66-4AFC-B323-9F66E42E48CE}" dt="2025-06-18T08:36:58.405" v="9318" actId="1076"/>
          <ac:spMkLst>
            <pc:docMk/>
            <pc:sldMk cId="0" sldId="262"/>
            <ac:spMk id="196" creationId="{33E0841B-D014-4253-8E2D-89D74E3E1273}"/>
          </ac:spMkLst>
        </pc:spChg>
        <pc:spChg chg="add mod">
          <ac:chgData name="士衡 曹" userId="7e134164ebce8318" providerId="LiveId" clId="{FEE42FEC-DD66-4AFC-B323-9F66E42E48CE}" dt="2025-06-18T08:36:58.405" v="9318" actId="1076"/>
          <ac:spMkLst>
            <pc:docMk/>
            <pc:sldMk cId="0" sldId="262"/>
            <ac:spMk id="205" creationId="{72087648-0EFB-44DB-84D4-12BFD2BD2907}"/>
          </ac:spMkLst>
        </pc:spChg>
        <pc:spChg chg="add mod">
          <ac:chgData name="士衡 曹" userId="7e134164ebce8318" providerId="LiveId" clId="{FEE42FEC-DD66-4AFC-B323-9F66E42E48CE}" dt="2025-06-18T08:36:58.405" v="9318" actId="1076"/>
          <ac:spMkLst>
            <pc:docMk/>
            <pc:sldMk cId="0" sldId="262"/>
            <ac:spMk id="206" creationId="{4C20D6BD-7E8A-4B35-8DF8-7DDF8D925C52}"/>
          </ac:spMkLst>
        </pc:spChg>
        <pc:spChg chg="add mod">
          <ac:chgData name="士衡 曹" userId="7e134164ebce8318" providerId="LiveId" clId="{FEE42FEC-DD66-4AFC-B323-9F66E42E48CE}" dt="2025-06-18T08:36:58.405" v="9318" actId="1076"/>
          <ac:spMkLst>
            <pc:docMk/>
            <pc:sldMk cId="0" sldId="262"/>
            <ac:spMk id="207" creationId="{CC6D49D6-A6C0-4A37-AF0E-D0080197B689}"/>
          </ac:spMkLst>
        </pc:spChg>
        <pc:spChg chg="add mod">
          <ac:chgData name="士衡 曹" userId="7e134164ebce8318" providerId="LiveId" clId="{FEE42FEC-DD66-4AFC-B323-9F66E42E48CE}" dt="2025-06-18T08:36:58.405" v="9318" actId="1076"/>
          <ac:spMkLst>
            <pc:docMk/>
            <pc:sldMk cId="0" sldId="262"/>
            <ac:spMk id="217" creationId="{F0CFAC07-3B24-4809-BE55-DBE083FBF6C1}"/>
          </ac:spMkLst>
        </pc:spChg>
        <pc:spChg chg="add mod">
          <ac:chgData name="士衡 曹" userId="7e134164ebce8318" providerId="LiveId" clId="{FEE42FEC-DD66-4AFC-B323-9F66E42E48CE}" dt="2025-06-18T08:36:58.405" v="9318" actId="1076"/>
          <ac:spMkLst>
            <pc:docMk/>
            <pc:sldMk cId="0" sldId="262"/>
            <ac:spMk id="218" creationId="{A53197FD-263E-4759-A07D-7CEAF7111B26}"/>
          </ac:spMkLst>
        </pc:spChg>
        <pc:spChg chg="add mod">
          <ac:chgData name="士衡 曹" userId="7e134164ebce8318" providerId="LiveId" clId="{FEE42FEC-DD66-4AFC-B323-9F66E42E48CE}" dt="2025-06-18T08:36:58.405" v="9318" actId="1076"/>
          <ac:spMkLst>
            <pc:docMk/>
            <pc:sldMk cId="0" sldId="262"/>
            <ac:spMk id="219" creationId="{A04E09A1-9010-459F-A76C-0072B4C1A911}"/>
          </ac:spMkLst>
        </pc:spChg>
        <pc:spChg chg="add mod">
          <ac:chgData name="士衡 曹" userId="7e134164ebce8318" providerId="LiveId" clId="{FEE42FEC-DD66-4AFC-B323-9F66E42E48CE}" dt="2025-06-18T08:36:58.405" v="9318" actId="1076"/>
          <ac:spMkLst>
            <pc:docMk/>
            <pc:sldMk cId="0" sldId="262"/>
            <ac:spMk id="220" creationId="{EC0ECAEA-58F2-4955-AFBC-D8D1DC820671}"/>
          </ac:spMkLst>
        </pc:spChg>
        <pc:cxnChg chg="add mod">
          <ac:chgData name="士衡 曹" userId="7e134164ebce8318" providerId="LiveId" clId="{FEE42FEC-DD66-4AFC-B323-9F66E42E48CE}" dt="2025-06-18T08:36:58.405" v="9318" actId="1076"/>
          <ac:cxnSpMkLst>
            <pc:docMk/>
            <pc:sldMk cId="0" sldId="262"/>
            <ac:cxnSpMk id="16" creationId="{E258A03D-047F-4CA0-955A-EE4DD6075E26}"/>
          </ac:cxnSpMkLst>
        </pc:cxnChg>
        <pc:cxnChg chg="add mod">
          <ac:chgData name="士衡 曹" userId="7e134164ebce8318" providerId="LiveId" clId="{FEE42FEC-DD66-4AFC-B323-9F66E42E48CE}" dt="2025-06-18T08:36:58.405" v="9318" actId="1076"/>
          <ac:cxnSpMkLst>
            <pc:docMk/>
            <pc:sldMk cId="0" sldId="262"/>
            <ac:cxnSpMk id="18" creationId="{84A60CB7-62F6-4759-8515-B549814FAA16}"/>
          </ac:cxnSpMkLst>
        </pc:cxnChg>
        <pc:cxnChg chg="add mod">
          <ac:chgData name="士衡 曹" userId="7e134164ebce8318" providerId="LiveId" clId="{FEE42FEC-DD66-4AFC-B323-9F66E42E48CE}" dt="2025-06-18T08:36:58.405" v="9318" actId="1076"/>
          <ac:cxnSpMkLst>
            <pc:docMk/>
            <pc:sldMk cId="0" sldId="262"/>
            <ac:cxnSpMk id="19" creationId="{E9716BA6-0D88-4003-B6CE-12BC694E0474}"/>
          </ac:cxnSpMkLst>
        </pc:cxnChg>
        <pc:cxnChg chg="add mod">
          <ac:chgData name="士衡 曹" userId="7e134164ebce8318" providerId="LiveId" clId="{FEE42FEC-DD66-4AFC-B323-9F66E42E48CE}" dt="2025-06-18T08:36:58.405" v="9318" actId="1076"/>
          <ac:cxnSpMkLst>
            <pc:docMk/>
            <pc:sldMk cId="0" sldId="262"/>
            <ac:cxnSpMk id="20" creationId="{980228BF-FE4C-4E63-B7CD-6693AC4DA0AB}"/>
          </ac:cxnSpMkLst>
        </pc:cxnChg>
        <pc:cxnChg chg="add mod">
          <ac:chgData name="士衡 曹" userId="7e134164ebce8318" providerId="LiveId" clId="{FEE42FEC-DD66-4AFC-B323-9F66E42E48CE}" dt="2025-06-18T08:36:58.405" v="9318" actId="1076"/>
          <ac:cxnSpMkLst>
            <pc:docMk/>
            <pc:sldMk cId="0" sldId="262"/>
            <ac:cxnSpMk id="21" creationId="{4915779A-5041-4BE5-B05B-474F2C9046C5}"/>
          </ac:cxnSpMkLst>
        </pc:cxnChg>
        <pc:cxnChg chg="add mod">
          <ac:chgData name="士衡 曹" userId="7e134164ebce8318" providerId="LiveId" clId="{FEE42FEC-DD66-4AFC-B323-9F66E42E48CE}" dt="2025-06-18T08:36:58.405" v="9318" actId="1076"/>
          <ac:cxnSpMkLst>
            <pc:docMk/>
            <pc:sldMk cId="0" sldId="262"/>
            <ac:cxnSpMk id="22" creationId="{585BCE76-AB5E-4C68-91C7-CC4016C7C76F}"/>
          </ac:cxnSpMkLst>
        </pc:cxnChg>
        <pc:cxnChg chg="add mod">
          <ac:chgData name="士衡 曹" userId="7e134164ebce8318" providerId="LiveId" clId="{FEE42FEC-DD66-4AFC-B323-9F66E42E48CE}" dt="2025-06-18T08:36:58.405" v="9318" actId="1076"/>
          <ac:cxnSpMkLst>
            <pc:docMk/>
            <pc:sldMk cId="0" sldId="262"/>
            <ac:cxnSpMk id="23" creationId="{419D1217-D022-4C65-A489-8F8E04CEA1BB}"/>
          </ac:cxnSpMkLst>
        </pc:cxnChg>
        <pc:cxnChg chg="add mod">
          <ac:chgData name="士衡 曹" userId="7e134164ebce8318" providerId="LiveId" clId="{FEE42FEC-DD66-4AFC-B323-9F66E42E48CE}" dt="2025-06-18T08:36:58.405" v="9318" actId="1076"/>
          <ac:cxnSpMkLst>
            <pc:docMk/>
            <pc:sldMk cId="0" sldId="262"/>
            <ac:cxnSpMk id="24" creationId="{4970A361-59B2-4FA5-9175-7563DC97DAD5}"/>
          </ac:cxnSpMkLst>
        </pc:cxnChg>
        <pc:cxnChg chg="add mod">
          <ac:chgData name="士衡 曹" userId="7e134164ebce8318" providerId="LiveId" clId="{FEE42FEC-DD66-4AFC-B323-9F66E42E48CE}" dt="2025-06-18T08:36:58.405" v="9318" actId="1076"/>
          <ac:cxnSpMkLst>
            <pc:docMk/>
            <pc:sldMk cId="0" sldId="262"/>
            <ac:cxnSpMk id="82" creationId="{440239A1-50FE-4ECF-BAA9-F742F9EE76FB}"/>
          </ac:cxnSpMkLst>
        </pc:cxnChg>
        <pc:cxnChg chg="add mod">
          <ac:chgData name="士衡 曹" userId="7e134164ebce8318" providerId="LiveId" clId="{FEE42FEC-DD66-4AFC-B323-9F66E42E48CE}" dt="2025-06-18T08:36:58.405" v="9318" actId="1076"/>
          <ac:cxnSpMkLst>
            <pc:docMk/>
            <pc:sldMk cId="0" sldId="262"/>
            <ac:cxnSpMk id="104" creationId="{58E67F90-450A-4C64-889B-CEFA0ABA5125}"/>
          </ac:cxnSpMkLst>
        </pc:cxnChg>
        <pc:cxnChg chg="add mod">
          <ac:chgData name="士衡 曹" userId="7e134164ebce8318" providerId="LiveId" clId="{FEE42FEC-DD66-4AFC-B323-9F66E42E48CE}" dt="2025-06-18T08:36:58.405" v="9318" actId="1076"/>
          <ac:cxnSpMkLst>
            <pc:docMk/>
            <pc:sldMk cId="0" sldId="262"/>
            <ac:cxnSpMk id="105" creationId="{4FE9F7C7-B570-4F65-BFFF-F39788EB6A6A}"/>
          </ac:cxnSpMkLst>
        </pc:cxnChg>
        <pc:cxnChg chg="add mod">
          <ac:chgData name="士衡 曹" userId="7e134164ebce8318" providerId="LiveId" clId="{FEE42FEC-DD66-4AFC-B323-9F66E42E48CE}" dt="2025-06-18T08:36:58.405" v="9318" actId="1076"/>
          <ac:cxnSpMkLst>
            <pc:docMk/>
            <pc:sldMk cId="0" sldId="262"/>
            <ac:cxnSpMk id="106" creationId="{E9DAB3FE-4525-474B-A752-33ECEE1B82B7}"/>
          </ac:cxnSpMkLst>
        </pc:cxnChg>
        <pc:cxnChg chg="add mod">
          <ac:chgData name="士衡 曹" userId="7e134164ebce8318" providerId="LiveId" clId="{FEE42FEC-DD66-4AFC-B323-9F66E42E48CE}" dt="2025-06-18T08:36:58.405" v="9318" actId="1076"/>
          <ac:cxnSpMkLst>
            <pc:docMk/>
            <pc:sldMk cId="0" sldId="262"/>
            <ac:cxnSpMk id="107" creationId="{3C3BFB74-536D-43F2-B9A0-C5F783DEEB92}"/>
          </ac:cxnSpMkLst>
        </pc:cxnChg>
        <pc:cxnChg chg="add mod">
          <ac:chgData name="士衡 曹" userId="7e134164ebce8318" providerId="LiveId" clId="{FEE42FEC-DD66-4AFC-B323-9F66E42E48CE}" dt="2025-06-18T08:36:58.405" v="9318" actId="1076"/>
          <ac:cxnSpMkLst>
            <pc:docMk/>
            <pc:sldMk cId="0" sldId="262"/>
            <ac:cxnSpMk id="108" creationId="{0188630B-8625-44D9-A36E-B9581A48584E}"/>
          </ac:cxnSpMkLst>
        </pc:cxnChg>
        <pc:cxnChg chg="add mod">
          <ac:chgData name="士衡 曹" userId="7e134164ebce8318" providerId="LiveId" clId="{FEE42FEC-DD66-4AFC-B323-9F66E42E48CE}" dt="2025-06-18T08:36:58.405" v="9318" actId="1076"/>
          <ac:cxnSpMkLst>
            <pc:docMk/>
            <pc:sldMk cId="0" sldId="262"/>
            <ac:cxnSpMk id="109" creationId="{B03A533E-4A2A-4DDB-A768-10C5274F3706}"/>
          </ac:cxnSpMkLst>
        </pc:cxnChg>
        <pc:cxnChg chg="add mod">
          <ac:chgData name="士衡 曹" userId="7e134164ebce8318" providerId="LiveId" clId="{FEE42FEC-DD66-4AFC-B323-9F66E42E48CE}" dt="2025-06-18T08:36:58.405" v="9318" actId="1076"/>
          <ac:cxnSpMkLst>
            <pc:docMk/>
            <pc:sldMk cId="0" sldId="262"/>
            <ac:cxnSpMk id="110" creationId="{CA8DD1DE-5AE7-4AC7-8402-D1053BE867C3}"/>
          </ac:cxnSpMkLst>
        </pc:cxnChg>
        <pc:cxnChg chg="add mod">
          <ac:chgData name="士衡 曹" userId="7e134164ebce8318" providerId="LiveId" clId="{FEE42FEC-DD66-4AFC-B323-9F66E42E48CE}" dt="2025-06-18T08:36:58.405" v="9318" actId="1076"/>
          <ac:cxnSpMkLst>
            <pc:docMk/>
            <pc:sldMk cId="0" sldId="262"/>
            <ac:cxnSpMk id="111" creationId="{4A962197-2157-4072-9D04-8438032C3A88}"/>
          </ac:cxnSpMkLst>
        </pc:cxnChg>
        <pc:cxnChg chg="add mod">
          <ac:chgData name="士衡 曹" userId="7e134164ebce8318" providerId="LiveId" clId="{FEE42FEC-DD66-4AFC-B323-9F66E42E48CE}" dt="2025-06-18T08:36:58.405" v="9318" actId="1076"/>
          <ac:cxnSpMkLst>
            <pc:docMk/>
            <pc:sldMk cId="0" sldId="262"/>
            <ac:cxnSpMk id="117" creationId="{79C0E7C7-3D43-47FF-B68B-FF0B7E99DCB7}"/>
          </ac:cxnSpMkLst>
        </pc:cxnChg>
        <pc:cxnChg chg="add mod">
          <ac:chgData name="士衡 曹" userId="7e134164ebce8318" providerId="LiveId" clId="{FEE42FEC-DD66-4AFC-B323-9F66E42E48CE}" dt="2025-06-18T08:36:58.405" v="9318" actId="1076"/>
          <ac:cxnSpMkLst>
            <pc:docMk/>
            <pc:sldMk cId="0" sldId="262"/>
            <ac:cxnSpMk id="118" creationId="{877B27B1-FDFE-44F2-AA43-BB7A373A8015}"/>
          </ac:cxnSpMkLst>
        </pc:cxnChg>
        <pc:cxnChg chg="add mod">
          <ac:chgData name="士衡 曹" userId="7e134164ebce8318" providerId="LiveId" clId="{FEE42FEC-DD66-4AFC-B323-9F66E42E48CE}" dt="2025-06-18T08:36:58.405" v="9318" actId="1076"/>
          <ac:cxnSpMkLst>
            <pc:docMk/>
            <pc:sldMk cId="0" sldId="262"/>
            <ac:cxnSpMk id="119" creationId="{6B8A9067-7EE3-4ABB-ACF9-3B233170A1FF}"/>
          </ac:cxnSpMkLst>
        </pc:cxnChg>
        <pc:cxnChg chg="add mod">
          <ac:chgData name="士衡 曹" userId="7e134164ebce8318" providerId="LiveId" clId="{FEE42FEC-DD66-4AFC-B323-9F66E42E48CE}" dt="2025-06-18T08:36:58.405" v="9318" actId="1076"/>
          <ac:cxnSpMkLst>
            <pc:docMk/>
            <pc:sldMk cId="0" sldId="262"/>
            <ac:cxnSpMk id="120" creationId="{DF273ED5-14AA-48DC-9D92-27531407D963}"/>
          </ac:cxnSpMkLst>
        </pc:cxnChg>
        <pc:cxnChg chg="add mod">
          <ac:chgData name="士衡 曹" userId="7e134164ebce8318" providerId="LiveId" clId="{FEE42FEC-DD66-4AFC-B323-9F66E42E48CE}" dt="2025-06-18T08:36:58.405" v="9318" actId="1076"/>
          <ac:cxnSpMkLst>
            <pc:docMk/>
            <pc:sldMk cId="0" sldId="262"/>
            <ac:cxnSpMk id="121" creationId="{C531553D-D27C-403B-9792-910F21C04135}"/>
          </ac:cxnSpMkLst>
        </pc:cxnChg>
        <pc:cxnChg chg="add mod">
          <ac:chgData name="士衡 曹" userId="7e134164ebce8318" providerId="LiveId" clId="{FEE42FEC-DD66-4AFC-B323-9F66E42E48CE}" dt="2025-06-18T08:36:58.405" v="9318" actId="1076"/>
          <ac:cxnSpMkLst>
            <pc:docMk/>
            <pc:sldMk cId="0" sldId="262"/>
            <ac:cxnSpMk id="122" creationId="{68AE1FE6-9076-47A0-8F9A-1F6300889DCB}"/>
          </ac:cxnSpMkLst>
        </pc:cxnChg>
        <pc:cxnChg chg="add mod">
          <ac:chgData name="士衡 曹" userId="7e134164ebce8318" providerId="LiveId" clId="{FEE42FEC-DD66-4AFC-B323-9F66E42E48CE}" dt="2025-06-18T08:36:58.405" v="9318" actId="1076"/>
          <ac:cxnSpMkLst>
            <pc:docMk/>
            <pc:sldMk cId="0" sldId="262"/>
            <ac:cxnSpMk id="123" creationId="{18BE27AC-CA58-4250-A855-28931BDD7052}"/>
          </ac:cxnSpMkLst>
        </pc:cxnChg>
        <pc:cxnChg chg="add mod">
          <ac:chgData name="士衡 曹" userId="7e134164ebce8318" providerId="LiveId" clId="{FEE42FEC-DD66-4AFC-B323-9F66E42E48CE}" dt="2025-06-18T08:36:58.405" v="9318" actId="1076"/>
          <ac:cxnSpMkLst>
            <pc:docMk/>
            <pc:sldMk cId="0" sldId="262"/>
            <ac:cxnSpMk id="124" creationId="{DB506307-F2C5-4A7A-9D12-84AACE2799AD}"/>
          </ac:cxnSpMkLst>
        </pc:cxnChg>
        <pc:cxnChg chg="add mod">
          <ac:chgData name="士衡 曹" userId="7e134164ebce8318" providerId="LiveId" clId="{FEE42FEC-DD66-4AFC-B323-9F66E42E48CE}" dt="2025-06-18T08:36:58.405" v="9318" actId="1076"/>
          <ac:cxnSpMkLst>
            <pc:docMk/>
            <pc:sldMk cId="0" sldId="262"/>
            <ac:cxnSpMk id="130" creationId="{D607F0A5-B967-4B45-B0FB-666C81978CE3}"/>
          </ac:cxnSpMkLst>
        </pc:cxnChg>
        <pc:cxnChg chg="add mod">
          <ac:chgData name="士衡 曹" userId="7e134164ebce8318" providerId="LiveId" clId="{FEE42FEC-DD66-4AFC-B323-9F66E42E48CE}" dt="2025-06-18T08:36:58.405" v="9318" actId="1076"/>
          <ac:cxnSpMkLst>
            <pc:docMk/>
            <pc:sldMk cId="0" sldId="262"/>
            <ac:cxnSpMk id="131" creationId="{E911319D-5A2A-4B21-8774-C61C9E4144B8}"/>
          </ac:cxnSpMkLst>
        </pc:cxnChg>
        <pc:cxnChg chg="add mod">
          <ac:chgData name="士衡 曹" userId="7e134164ebce8318" providerId="LiveId" clId="{FEE42FEC-DD66-4AFC-B323-9F66E42E48CE}" dt="2025-06-18T08:36:58.405" v="9318" actId="1076"/>
          <ac:cxnSpMkLst>
            <pc:docMk/>
            <pc:sldMk cId="0" sldId="262"/>
            <ac:cxnSpMk id="132" creationId="{D13839D3-827B-459B-8579-02DA0334BA79}"/>
          </ac:cxnSpMkLst>
        </pc:cxnChg>
        <pc:cxnChg chg="add mod">
          <ac:chgData name="士衡 曹" userId="7e134164ebce8318" providerId="LiveId" clId="{FEE42FEC-DD66-4AFC-B323-9F66E42E48CE}" dt="2025-06-18T08:36:58.405" v="9318" actId="1076"/>
          <ac:cxnSpMkLst>
            <pc:docMk/>
            <pc:sldMk cId="0" sldId="262"/>
            <ac:cxnSpMk id="133" creationId="{13C3006D-2876-44BD-AEE0-E72E256C2602}"/>
          </ac:cxnSpMkLst>
        </pc:cxnChg>
        <pc:cxnChg chg="add mod">
          <ac:chgData name="士衡 曹" userId="7e134164ebce8318" providerId="LiveId" clId="{FEE42FEC-DD66-4AFC-B323-9F66E42E48CE}" dt="2025-06-18T08:36:58.405" v="9318" actId="1076"/>
          <ac:cxnSpMkLst>
            <pc:docMk/>
            <pc:sldMk cId="0" sldId="262"/>
            <ac:cxnSpMk id="134" creationId="{237FA5C4-EA57-4505-A800-CAA40FF9F7CF}"/>
          </ac:cxnSpMkLst>
        </pc:cxnChg>
        <pc:cxnChg chg="add mod">
          <ac:chgData name="士衡 曹" userId="7e134164ebce8318" providerId="LiveId" clId="{FEE42FEC-DD66-4AFC-B323-9F66E42E48CE}" dt="2025-06-18T08:36:58.405" v="9318" actId="1076"/>
          <ac:cxnSpMkLst>
            <pc:docMk/>
            <pc:sldMk cId="0" sldId="262"/>
            <ac:cxnSpMk id="135" creationId="{388E6528-A422-40FC-A93A-AC94F25F5E5E}"/>
          </ac:cxnSpMkLst>
        </pc:cxnChg>
        <pc:cxnChg chg="add mod">
          <ac:chgData name="士衡 曹" userId="7e134164ebce8318" providerId="LiveId" clId="{FEE42FEC-DD66-4AFC-B323-9F66E42E48CE}" dt="2025-06-18T08:36:58.405" v="9318" actId="1076"/>
          <ac:cxnSpMkLst>
            <pc:docMk/>
            <pc:sldMk cId="0" sldId="262"/>
            <ac:cxnSpMk id="136" creationId="{99AB26A3-8E8D-4D40-8284-369DDE2A6CC4}"/>
          </ac:cxnSpMkLst>
        </pc:cxnChg>
        <pc:cxnChg chg="add mod">
          <ac:chgData name="士衡 曹" userId="7e134164ebce8318" providerId="LiveId" clId="{FEE42FEC-DD66-4AFC-B323-9F66E42E48CE}" dt="2025-06-18T08:36:58.405" v="9318" actId="1076"/>
          <ac:cxnSpMkLst>
            <pc:docMk/>
            <pc:sldMk cId="0" sldId="262"/>
            <ac:cxnSpMk id="137" creationId="{E5218650-2F5C-4EA8-AD2F-B6B02E40E7C3}"/>
          </ac:cxnSpMkLst>
        </pc:cxnChg>
        <pc:cxnChg chg="add mod">
          <ac:chgData name="士衡 曹" userId="7e134164ebce8318" providerId="LiveId" clId="{FEE42FEC-DD66-4AFC-B323-9F66E42E48CE}" dt="2025-06-18T08:36:58.405" v="9318" actId="1076"/>
          <ac:cxnSpMkLst>
            <pc:docMk/>
            <pc:sldMk cId="0" sldId="262"/>
            <ac:cxnSpMk id="143" creationId="{D1272A7D-9D09-4042-BBF2-BC6266CFEC68}"/>
          </ac:cxnSpMkLst>
        </pc:cxnChg>
        <pc:cxnChg chg="add mod">
          <ac:chgData name="士衡 曹" userId="7e134164ebce8318" providerId="LiveId" clId="{FEE42FEC-DD66-4AFC-B323-9F66E42E48CE}" dt="2025-06-18T08:36:58.405" v="9318" actId="1076"/>
          <ac:cxnSpMkLst>
            <pc:docMk/>
            <pc:sldMk cId="0" sldId="262"/>
            <ac:cxnSpMk id="144" creationId="{E5883333-9695-47D3-B99D-CDCBEF1E6245}"/>
          </ac:cxnSpMkLst>
        </pc:cxnChg>
        <pc:cxnChg chg="add mod">
          <ac:chgData name="士衡 曹" userId="7e134164ebce8318" providerId="LiveId" clId="{FEE42FEC-DD66-4AFC-B323-9F66E42E48CE}" dt="2025-06-18T08:36:58.405" v="9318" actId="1076"/>
          <ac:cxnSpMkLst>
            <pc:docMk/>
            <pc:sldMk cId="0" sldId="262"/>
            <ac:cxnSpMk id="145" creationId="{859B85F6-C0D8-4159-A16C-9D32E7B06B49}"/>
          </ac:cxnSpMkLst>
        </pc:cxnChg>
        <pc:cxnChg chg="add mod">
          <ac:chgData name="士衡 曹" userId="7e134164ebce8318" providerId="LiveId" clId="{FEE42FEC-DD66-4AFC-B323-9F66E42E48CE}" dt="2025-06-18T08:36:58.405" v="9318" actId="1076"/>
          <ac:cxnSpMkLst>
            <pc:docMk/>
            <pc:sldMk cId="0" sldId="262"/>
            <ac:cxnSpMk id="146" creationId="{C3CD0E56-DB85-4A64-BEEF-3838A5E1AD6B}"/>
          </ac:cxnSpMkLst>
        </pc:cxnChg>
        <pc:cxnChg chg="add mod">
          <ac:chgData name="士衡 曹" userId="7e134164ebce8318" providerId="LiveId" clId="{FEE42FEC-DD66-4AFC-B323-9F66E42E48CE}" dt="2025-06-18T08:36:58.405" v="9318" actId="1076"/>
          <ac:cxnSpMkLst>
            <pc:docMk/>
            <pc:sldMk cId="0" sldId="262"/>
            <ac:cxnSpMk id="147" creationId="{20397D6B-9AEC-4BB6-85CD-EEBE6E712798}"/>
          </ac:cxnSpMkLst>
        </pc:cxnChg>
        <pc:cxnChg chg="add mod">
          <ac:chgData name="士衡 曹" userId="7e134164ebce8318" providerId="LiveId" clId="{FEE42FEC-DD66-4AFC-B323-9F66E42E48CE}" dt="2025-06-18T08:36:58.405" v="9318" actId="1076"/>
          <ac:cxnSpMkLst>
            <pc:docMk/>
            <pc:sldMk cId="0" sldId="262"/>
            <ac:cxnSpMk id="148" creationId="{DC0E950D-9325-4F18-AE70-E4E921161F5F}"/>
          </ac:cxnSpMkLst>
        </pc:cxnChg>
        <pc:cxnChg chg="add mod">
          <ac:chgData name="士衡 曹" userId="7e134164ebce8318" providerId="LiveId" clId="{FEE42FEC-DD66-4AFC-B323-9F66E42E48CE}" dt="2025-06-18T08:36:58.405" v="9318" actId="1076"/>
          <ac:cxnSpMkLst>
            <pc:docMk/>
            <pc:sldMk cId="0" sldId="262"/>
            <ac:cxnSpMk id="149" creationId="{D5C90F6B-848D-4634-AAF7-1286C3925EF3}"/>
          </ac:cxnSpMkLst>
        </pc:cxnChg>
        <pc:cxnChg chg="add mod">
          <ac:chgData name="士衡 曹" userId="7e134164ebce8318" providerId="LiveId" clId="{FEE42FEC-DD66-4AFC-B323-9F66E42E48CE}" dt="2025-06-18T08:36:58.405" v="9318" actId="1076"/>
          <ac:cxnSpMkLst>
            <pc:docMk/>
            <pc:sldMk cId="0" sldId="262"/>
            <ac:cxnSpMk id="150" creationId="{4AD5D803-63D2-4CCD-B5E8-0A82BFDAEEB7}"/>
          </ac:cxnSpMkLst>
        </pc:cxnChg>
        <pc:cxnChg chg="add mod">
          <ac:chgData name="士衡 曹" userId="7e134164ebce8318" providerId="LiveId" clId="{FEE42FEC-DD66-4AFC-B323-9F66E42E48CE}" dt="2025-06-18T08:36:58.405" v="9318" actId="1076"/>
          <ac:cxnSpMkLst>
            <pc:docMk/>
            <pc:sldMk cId="0" sldId="262"/>
            <ac:cxnSpMk id="154" creationId="{D384F900-EF97-4AAF-B997-2DD1EA642DC5}"/>
          </ac:cxnSpMkLst>
        </pc:cxnChg>
        <pc:cxnChg chg="add mod">
          <ac:chgData name="士衡 曹" userId="7e134164ebce8318" providerId="LiveId" clId="{FEE42FEC-DD66-4AFC-B323-9F66E42E48CE}" dt="2025-06-18T08:36:58.405" v="9318" actId="1076"/>
          <ac:cxnSpMkLst>
            <pc:docMk/>
            <pc:sldMk cId="0" sldId="262"/>
            <ac:cxnSpMk id="171" creationId="{3C237011-9CC9-4D0B-926A-57E37818DD6F}"/>
          </ac:cxnSpMkLst>
        </pc:cxnChg>
        <pc:cxnChg chg="add mod">
          <ac:chgData name="士衡 曹" userId="7e134164ebce8318" providerId="LiveId" clId="{FEE42FEC-DD66-4AFC-B323-9F66E42E48CE}" dt="2025-06-18T08:36:58.405" v="9318" actId="1076"/>
          <ac:cxnSpMkLst>
            <pc:docMk/>
            <pc:sldMk cId="0" sldId="262"/>
            <ac:cxnSpMk id="172" creationId="{A39E3AFF-A20B-4D8E-B1BC-1E308B51EC8E}"/>
          </ac:cxnSpMkLst>
        </pc:cxnChg>
        <pc:cxnChg chg="add mod">
          <ac:chgData name="士衡 曹" userId="7e134164ebce8318" providerId="LiveId" clId="{FEE42FEC-DD66-4AFC-B323-9F66E42E48CE}" dt="2025-06-18T08:36:58.405" v="9318" actId="1076"/>
          <ac:cxnSpMkLst>
            <pc:docMk/>
            <pc:sldMk cId="0" sldId="262"/>
            <ac:cxnSpMk id="173" creationId="{0D839E3A-44FB-46C9-9007-E60AEE5084F1}"/>
          </ac:cxnSpMkLst>
        </pc:cxnChg>
        <pc:cxnChg chg="add mod">
          <ac:chgData name="士衡 曹" userId="7e134164ebce8318" providerId="LiveId" clId="{FEE42FEC-DD66-4AFC-B323-9F66E42E48CE}" dt="2025-06-18T08:36:58.405" v="9318" actId="1076"/>
          <ac:cxnSpMkLst>
            <pc:docMk/>
            <pc:sldMk cId="0" sldId="262"/>
            <ac:cxnSpMk id="174" creationId="{72917573-58C8-449D-9C4D-79D3702173C3}"/>
          </ac:cxnSpMkLst>
        </pc:cxnChg>
        <pc:cxnChg chg="add mod">
          <ac:chgData name="士衡 曹" userId="7e134164ebce8318" providerId="LiveId" clId="{FEE42FEC-DD66-4AFC-B323-9F66E42E48CE}" dt="2025-06-18T08:36:58.405" v="9318" actId="1076"/>
          <ac:cxnSpMkLst>
            <pc:docMk/>
            <pc:sldMk cId="0" sldId="262"/>
            <ac:cxnSpMk id="175" creationId="{27FB4BF2-4211-425E-BAC2-EC37270EEA90}"/>
          </ac:cxnSpMkLst>
        </pc:cxnChg>
        <pc:cxnChg chg="add mod">
          <ac:chgData name="士衡 曹" userId="7e134164ebce8318" providerId="LiveId" clId="{FEE42FEC-DD66-4AFC-B323-9F66E42E48CE}" dt="2025-06-18T08:36:58.405" v="9318" actId="1076"/>
          <ac:cxnSpMkLst>
            <pc:docMk/>
            <pc:sldMk cId="0" sldId="262"/>
            <ac:cxnSpMk id="176" creationId="{24259341-1A59-4A42-A4C9-F5945532ED3C}"/>
          </ac:cxnSpMkLst>
        </pc:cxnChg>
        <pc:cxnChg chg="add mod">
          <ac:chgData name="士衡 曹" userId="7e134164ebce8318" providerId="LiveId" clId="{FEE42FEC-DD66-4AFC-B323-9F66E42E48CE}" dt="2025-06-18T08:36:58.405" v="9318" actId="1076"/>
          <ac:cxnSpMkLst>
            <pc:docMk/>
            <pc:sldMk cId="0" sldId="262"/>
            <ac:cxnSpMk id="177" creationId="{79DA1399-CF56-47DB-BFE5-F93AD2C234F4}"/>
          </ac:cxnSpMkLst>
        </pc:cxnChg>
        <pc:cxnChg chg="add mod">
          <ac:chgData name="士衡 曹" userId="7e134164ebce8318" providerId="LiveId" clId="{FEE42FEC-DD66-4AFC-B323-9F66E42E48CE}" dt="2025-06-18T08:36:58.405" v="9318" actId="1076"/>
          <ac:cxnSpMkLst>
            <pc:docMk/>
            <pc:sldMk cId="0" sldId="262"/>
            <ac:cxnSpMk id="178" creationId="{84EE884C-27C9-4679-B94B-950C36C7F96E}"/>
          </ac:cxnSpMkLst>
        </pc:cxnChg>
        <pc:cxnChg chg="add mod">
          <ac:chgData name="士衡 曹" userId="7e134164ebce8318" providerId="LiveId" clId="{FEE42FEC-DD66-4AFC-B323-9F66E42E48CE}" dt="2025-06-18T08:36:58.405" v="9318" actId="1076"/>
          <ac:cxnSpMkLst>
            <pc:docMk/>
            <pc:sldMk cId="0" sldId="262"/>
            <ac:cxnSpMk id="184" creationId="{6A3552E5-1F63-4D6E-821C-4598C5FC845C}"/>
          </ac:cxnSpMkLst>
        </pc:cxnChg>
        <pc:cxnChg chg="add mod">
          <ac:chgData name="士衡 曹" userId="7e134164ebce8318" providerId="LiveId" clId="{FEE42FEC-DD66-4AFC-B323-9F66E42E48CE}" dt="2025-06-18T08:36:58.405" v="9318" actId="1076"/>
          <ac:cxnSpMkLst>
            <pc:docMk/>
            <pc:sldMk cId="0" sldId="262"/>
            <ac:cxnSpMk id="185" creationId="{65180540-226B-487D-8336-228B4677B762}"/>
          </ac:cxnSpMkLst>
        </pc:cxnChg>
        <pc:cxnChg chg="add mod">
          <ac:chgData name="士衡 曹" userId="7e134164ebce8318" providerId="LiveId" clId="{FEE42FEC-DD66-4AFC-B323-9F66E42E48CE}" dt="2025-06-18T08:36:58.405" v="9318" actId="1076"/>
          <ac:cxnSpMkLst>
            <pc:docMk/>
            <pc:sldMk cId="0" sldId="262"/>
            <ac:cxnSpMk id="186" creationId="{2BB19995-9C10-491D-B2CE-D45771759BF8}"/>
          </ac:cxnSpMkLst>
        </pc:cxnChg>
        <pc:cxnChg chg="add mod">
          <ac:chgData name="士衡 曹" userId="7e134164ebce8318" providerId="LiveId" clId="{FEE42FEC-DD66-4AFC-B323-9F66E42E48CE}" dt="2025-06-18T08:36:58.405" v="9318" actId="1076"/>
          <ac:cxnSpMkLst>
            <pc:docMk/>
            <pc:sldMk cId="0" sldId="262"/>
            <ac:cxnSpMk id="187" creationId="{794E0FEB-E166-49FE-9AE9-62EB2B5BD961}"/>
          </ac:cxnSpMkLst>
        </pc:cxnChg>
        <pc:cxnChg chg="add mod">
          <ac:chgData name="士衡 曹" userId="7e134164ebce8318" providerId="LiveId" clId="{FEE42FEC-DD66-4AFC-B323-9F66E42E48CE}" dt="2025-06-18T08:36:58.405" v="9318" actId="1076"/>
          <ac:cxnSpMkLst>
            <pc:docMk/>
            <pc:sldMk cId="0" sldId="262"/>
            <ac:cxnSpMk id="188" creationId="{60E48DCE-6A2D-406C-A8A9-87A63899B723}"/>
          </ac:cxnSpMkLst>
        </pc:cxnChg>
        <pc:cxnChg chg="add mod">
          <ac:chgData name="士衡 曹" userId="7e134164ebce8318" providerId="LiveId" clId="{FEE42FEC-DD66-4AFC-B323-9F66E42E48CE}" dt="2025-06-18T08:36:58.405" v="9318" actId="1076"/>
          <ac:cxnSpMkLst>
            <pc:docMk/>
            <pc:sldMk cId="0" sldId="262"/>
            <ac:cxnSpMk id="189" creationId="{B4D8E1C8-F33B-4F1E-95D4-0717C2C24C52}"/>
          </ac:cxnSpMkLst>
        </pc:cxnChg>
        <pc:cxnChg chg="add mod">
          <ac:chgData name="士衡 曹" userId="7e134164ebce8318" providerId="LiveId" clId="{FEE42FEC-DD66-4AFC-B323-9F66E42E48CE}" dt="2025-06-18T08:36:58.405" v="9318" actId="1076"/>
          <ac:cxnSpMkLst>
            <pc:docMk/>
            <pc:sldMk cId="0" sldId="262"/>
            <ac:cxnSpMk id="190" creationId="{F39DA1A2-E133-4C66-AA2C-9C4317B726D7}"/>
          </ac:cxnSpMkLst>
        </pc:cxnChg>
        <pc:cxnChg chg="add mod">
          <ac:chgData name="士衡 曹" userId="7e134164ebce8318" providerId="LiveId" clId="{FEE42FEC-DD66-4AFC-B323-9F66E42E48CE}" dt="2025-06-18T08:36:58.405" v="9318" actId="1076"/>
          <ac:cxnSpMkLst>
            <pc:docMk/>
            <pc:sldMk cId="0" sldId="262"/>
            <ac:cxnSpMk id="191" creationId="{C52F9DE6-2F00-4BC4-B468-AEF603A58987}"/>
          </ac:cxnSpMkLst>
        </pc:cxnChg>
        <pc:cxnChg chg="add mod">
          <ac:chgData name="士衡 曹" userId="7e134164ebce8318" providerId="LiveId" clId="{FEE42FEC-DD66-4AFC-B323-9F66E42E48CE}" dt="2025-06-18T08:36:58.405" v="9318" actId="1076"/>
          <ac:cxnSpMkLst>
            <pc:docMk/>
            <pc:sldMk cId="0" sldId="262"/>
            <ac:cxnSpMk id="197" creationId="{6E32192C-4C40-40C2-AAB9-0E0E70E0A181}"/>
          </ac:cxnSpMkLst>
        </pc:cxnChg>
        <pc:cxnChg chg="add mod">
          <ac:chgData name="士衡 曹" userId="7e134164ebce8318" providerId="LiveId" clId="{FEE42FEC-DD66-4AFC-B323-9F66E42E48CE}" dt="2025-06-18T08:36:58.405" v="9318" actId="1076"/>
          <ac:cxnSpMkLst>
            <pc:docMk/>
            <pc:sldMk cId="0" sldId="262"/>
            <ac:cxnSpMk id="198" creationId="{C6021DA4-9E56-451D-BE25-F6C4BAAE6EDD}"/>
          </ac:cxnSpMkLst>
        </pc:cxnChg>
        <pc:cxnChg chg="add mod">
          <ac:chgData name="士衡 曹" userId="7e134164ebce8318" providerId="LiveId" clId="{FEE42FEC-DD66-4AFC-B323-9F66E42E48CE}" dt="2025-06-18T08:36:58.405" v="9318" actId="1076"/>
          <ac:cxnSpMkLst>
            <pc:docMk/>
            <pc:sldMk cId="0" sldId="262"/>
            <ac:cxnSpMk id="199" creationId="{B66E9B1B-873F-425A-934B-14E6F5259E0C}"/>
          </ac:cxnSpMkLst>
        </pc:cxnChg>
        <pc:cxnChg chg="add mod">
          <ac:chgData name="士衡 曹" userId="7e134164ebce8318" providerId="LiveId" clId="{FEE42FEC-DD66-4AFC-B323-9F66E42E48CE}" dt="2025-06-18T08:36:58.405" v="9318" actId="1076"/>
          <ac:cxnSpMkLst>
            <pc:docMk/>
            <pc:sldMk cId="0" sldId="262"/>
            <ac:cxnSpMk id="200" creationId="{49465384-267D-489A-A20F-78DDF6880E7F}"/>
          </ac:cxnSpMkLst>
        </pc:cxnChg>
        <pc:cxnChg chg="add mod">
          <ac:chgData name="士衡 曹" userId="7e134164ebce8318" providerId="LiveId" clId="{FEE42FEC-DD66-4AFC-B323-9F66E42E48CE}" dt="2025-06-18T08:36:58.405" v="9318" actId="1076"/>
          <ac:cxnSpMkLst>
            <pc:docMk/>
            <pc:sldMk cId="0" sldId="262"/>
            <ac:cxnSpMk id="201" creationId="{EDD39D02-FEF9-46E4-9E66-3BE19A51D715}"/>
          </ac:cxnSpMkLst>
        </pc:cxnChg>
        <pc:cxnChg chg="add mod">
          <ac:chgData name="士衡 曹" userId="7e134164ebce8318" providerId="LiveId" clId="{FEE42FEC-DD66-4AFC-B323-9F66E42E48CE}" dt="2025-06-18T08:36:58.405" v="9318" actId="1076"/>
          <ac:cxnSpMkLst>
            <pc:docMk/>
            <pc:sldMk cId="0" sldId="262"/>
            <ac:cxnSpMk id="202" creationId="{123D8BE1-3C42-4AE8-94E4-99DE91C9E30A}"/>
          </ac:cxnSpMkLst>
        </pc:cxnChg>
        <pc:cxnChg chg="add mod">
          <ac:chgData name="士衡 曹" userId="7e134164ebce8318" providerId="LiveId" clId="{FEE42FEC-DD66-4AFC-B323-9F66E42E48CE}" dt="2025-06-18T08:36:58.405" v="9318" actId="1076"/>
          <ac:cxnSpMkLst>
            <pc:docMk/>
            <pc:sldMk cId="0" sldId="262"/>
            <ac:cxnSpMk id="203" creationId="{18FD1FB8-FDA1-4F6A-B8BD-03576ABC41D1}"/>
          </ac:cxnSpMkLst>
        </pc:cxnChg>
        <pc:cxnChg chg="add mod">
          <ac:chgData name="士衡 曹" userId="7e134164ebce8318" providerId="LiveId" clId="{FEE42FEC-DD66-4AFC-B323-9F66E42E48CE}" dt="2025-06-18T08:36:58.405" v="9318" actId="1076"/>
          <ac:cxnSpMkLst>
            <pc:docMk/>
            <pc:sldMk cId="0" sldId="262"/>
            <ac:cxnSpMk id="204" creationId="{68A8E356-813A-42F4-B85F-6C62BB7E2A5F}"/>
          </ac:cxnSpMkLst>
        </pc:cxnChg>
      </pc:sldChg>
      <pc:sldChg chg="addSp delSp modSp mod modNotes modNotesTx">
        <pc:chgData name="士衡 曹" userId="7e134164ebce8318" providerId="LiveId" clId="{FEE42FEC-DD66-4AFC-B323-9F66E42E48CE}" dt="2025-06-18T08:00:26.103" v="9143" actId="20577"/>
        <pc:sldMkLst>
          <pc:docMk/>
          <pc:sldMk cId="0" sldId="263"/>
        </pc:sldMkLst>
        <pc:spChg chg="mod">
          <ac:chgData name="士衡 曹" userId="7e134164ebce8318" providerId="LiveId" clId="{FEE42FEC-DD66-4AFC-B323-9F66E42E48CE}" dt="2025-06-18T07:37:08.427" v="9122" actId="1076"/>
          <ac:spMkLst>
            <pc:docMk/>
            <pc:sldMk cId="0" sldId="263"/>
            <ac:spMk id="2" creationId="{00000000-0000-0000-0000-000000000000}"/>
          </ac:spMkLst>
        </pc:spChg>
        <pc:spChg chg="mod">
          <ac:chgData name="士衡 曹" userId="7e134164ebce8318" providerId="LiveId" clId="{FEE42FEC-DD66-4AFC-B323-9F66E42E48CE}" dt="2025-06-17T08:37:06.187" v="7128" actId="1076"/>
          <ac:spMkLst>
            <pc:docMk/>
            <pc:sldMk cId="0" sldId="263"/>
            <ac:spMk id="5" creationId="{5A2194E5-11DA-D976-357F-0B45BFADFF44}"/>
          </ac:spMkLst>
        </pc:spChg>
        <pc:spChg chg="add mod">
          <ac:chgData name="士衡 曹" userId="7e134164ebce8318" providerId="LiveId" clId="{FEE42FEC-DD66-4AFC-B323-9F66E42E48CE}" dt="2025-06-17T08:44:55.134" v="7278" actId="1076"/>
          <ac:spMkLst>
            <pc:docMk/>
            <pc:sldMk cId="0" sldId="263"/>
            <ac:spMk id="9" creationId="{A9872442-BEFE-4B88-A7A3-BD9BDA8C6907}"/>
          </ac:spMkLst>
        </pc:spChg>
        <pc:spChg chg="mod">
          <ac:chgData name="士衡 曹" userId="7e134164ebce8318" providerId="LiveId" clId="{FEE42FEC-DD66-4AFC-B323-9F66E42E48CE}" dt="2025-06-18T07:56:32.483" v="9127" actId="1076"/>
          <ac:spMkLst>
            <pc:docMk/>
            <pc:sldMk cId="0" sldId="263"/>
            <ac:spMk id="11" creationId="{8F120877-6590-9149-8E81-AB926CCFDC95}"/>
          </ac:spMkLst>
        </pc:spChg>
        <pc:spChg chg="add mod">
          <ac:chgData name="士衡 曹" userId="7e134164ebce8318" providerId="LiveId" clId="{FEE42FEC-DD66-4AFC-B323-9F66E42E48CE}" dt="2025-06-18T01:17:18.910" v="7559" actId="1076"/>
          <ac:spMkLst>
            <pc:docMk/>
            <pc:sldMk cId="0" sldId="263"/>
            <ac:spMk id="12" creationId="{B9069628-5C11-4102-944D-E93BB42BE5F5}"/>
          </ac:spMkLst>
        </pc:spChg>
        <pc:spChg chg="add mod">
          <ac:chgData name="士衡 曹" userId="7e134164ebce8318" providerId="LiveId" clId="{FEE42FEC-DD66-4AFC-B323-9F66E42E48CE}" dt="2025-06-18T01:21:47.019" v="7580" actId="20577"/>
          <ac:spMkLst>
            <pc:docMk/>
            <pc:sldMk cId="0" sldId="263"/>
            <ac:spMk id="13" creationId="{EB00B613-913E-4D6C-8A1B-96685A7F79FD}"/>
          </ac:spMkLst>
        </pc:spChg>
        <pc:picChg chg="mod">
          <ac:chgData name="士衡 曹" userId="7e134164ebce8318" providerId="LiveId" clId="{FEE42FEC-DD66-4AFC-B323-9F66E42E48CE}" dt="2025-06-18T01:21:36.646" v="7561" actId="1076"/>
          <ac:picMkLst>
            <pc:docMk/>
            <pc:sldMk cId="0" sldId="263"/>
            <ac:picMk id="10" creationId="{5CA6CD45-5F5F-481E-8053-F61FC0851716}"/>
          </ac:picMkLst>
        </pc:picChg>
        <pc:picChg chg="add mod">
          <ac:chgData name="士衡 曹" userId="7e134164ebce8318" providerId="LiveId" clId="{FEE42FEC-DD66-4AFC-B323-9F66E42E48CE}" dt="2025-06-18T01:21:41.607" v="7564" actId="1076"/>
          <ac:picMkLst>
            <pc:docMk/>
            <pc:sldMk cId="0" sldId="263"/>
            <ac:picMk id="14" creationId="{5B1C48B2-25F1-48F5-BFC5-69D2D3FE72AF}"/>
          </ac:picMkLst>
        </pc:picChg>
      </pc:sldChg>
      <pc:sldChg chg="addSp modSp mod modNotes">
        <pc:chgData name="士衡 曹" userId="7e134164ebce8318" providerId="LiveId" clId="{FEE42FEC-DD66-4AFC-B323-9F66E42E48CE}" dt="2025-06-13T08:47:44.513" v="5121" actId="1076"/>
        <pc:sldMkLst>
          <pc:docMk/>
          <pc:sldMk cId="0" sldId="264"/>
        </pc:sldMkLst>
      </pc:sldChg>
      <pc:sldChg chg="modSp mod modNotes modNotesTx">
        <pc:chgData name="士衡 曹" userId="7e134164ebce8318" providerId="LiveId" clId="{FEE42FEC-DD66-4AFC-B323-9F66E42E48CE}" dt="2025-06-18T08:13:22.894" v="9305" actId="20577"/>
        <pc:sldMkLst>
          <pc:docMk/>
          <pc:sldMk cId="0" sldId="265"/>
        </pc:sldMkLst>
        <pc:spChg chg="mod">
          <ac:chgData name="士衡 曹" userId="7e134164ebce8318" providerId="LiveId" clId="{FEE42FEC-DD66-4AFC-B323-9F66E42E48CE}" dt="2025-06-17T08:39:05.241" v="7240" actId="1076"/>
          <ac:spMkLst>
            <pc:docMk/>
            <pc:sldMk cId="0" sldId="265"/>
            <ac:spMk id="2" creationId="{00000000-0000-0000-0000-000000000000}"/>
          </ac:spMkLst>
        </pc:spChg>
        <pc:spChg chg="mod">
          <ac:chgData name="士衡 曹" userId="7e134164ebce8318" providerId="LiveId" clId="{FEE42FEC-DD66-4AFC-B323-9F66E42E48CE}" dt="2025-06-18T01:23:54.254" v="7586" actId="113"/>
          <ac:spMkLst>
            <pc:docMk/>
            <pc:sldMk cId="0" sldId="265"/>
            <ac:spMk id="3" creationId="{00000000-0000-0000-0000-000000000000}"/>
          </ac:spMkLst>
        </pc:spChg>
      </pc:sldChg>
      <pc:sldChg chg="addSp delSp modSp mod modNotes modNotesTx">
        <pc:chgData name="士衡 曹" userId="7e134164ebce8318" providerId="LiveId" clId="{FEE42FEC-DD66-4AFC-B323-9F66E42E48CE}" dt="2025-06-18T08:20:52.141" v="9306"/>
        <pc:sldMkLst>
          <pc:docMk/>
          <pc:sldMk cId="0" sldId="266"/>
        </pc:sldMkLst>
        <pc:spChg chg="mod">
          <ac:chgData name="士衡 曹" userId="7e134164ebce8318" providerId="LiveId" clId="{FEE42FEC-DD66-4AFC-B323-9F66E42E48CE}" dt="2025-06-18T01:24:25.423" v="7589" actId="1076"/>
          <ac:spMkLst>
            <pc:docMk/>
            <pc:sldMk cId="0" sldId="266"/>
            <ac:spMk id="2" creationId="{00000000-0000-0000-0000-000000000000}"/>
          </ac:spMkLst>
        </pc:spChg>
        <pc:spChg chg="mod">
          <ac:chgData name="士衡 曹" userId="7e134164ebce8318" providerId="LiveId" clId="{FEE42FEC-DD66-4AFC-B323-9F66E42E48CE}" dt="2025-06-18T01:24:28.282" v="7590" actId="1076"/>
          <ac:spMkLst>
            <pc:docMk/>
            <pc:sldMk cId="0" sldId="266"/>
            <ac:spMk id="3" creationId="{00000000-0000-0000-0000-000000000000}"/>
          </ac:spMkLst>
        </pc:spChg>
        <pc:picChg chg="mod">
          <ac:chgData name="士衡 曹" userId="7e134164ebce8318" providerId="LiveId" clId="{FEE42FEC-DD66-4AFC-B323-9F66E42E48CE}" dt="2025-06-18T01:35:22.912" v="7649" actId="14100"/>
          <ac:picMkLst>
            <pc:docMk/>
            <pc:sldMk cId="0" sldId="266"/>
            <ac:picMk id="7" creationId="{196C11D1-18AC-48DB-A338-FE35BD3028C1}"/>
          </ac:picMkLst>
        </pc:picChg>
        <pc:picChg chg="mod">
          <ac:chgData name="士衡 曹" userId="7e134164ebce8318" providerId="LiveId" clId="{FEE42FEC-DD66-4AFC-B323-9F66E42E48CE}" dt="2025-06-18T01:24:35.440" v="7592" actId="1076"/>
          <ac:picMkLst>
            <pc:docMk/>
            <pc:sldMk cId="0" sldId="266"/>
            <ac:picMk id="9" creationId="{0FCE5BDA-CCEF-4B88-B529-4EC4AE06C18C}"/>
          </ac:picMkLst>
        </pc:picChg>
      </pc:sldChg>
      <pc:sldChg chg="addSp modSp mod modNotes modNotesTx">
        <pc:chgData name="士衡 曹" userId="7e134164ebce8318" providerId="LiveId" clId="{FEE42FEC-DD66-4AFC-B323-9F66E42E48CE}" dt="2025-06-18T08:09:17.594" v="9190"/>
        <pc:sldMkLst>
          <pc:docMk/>
          <pc:sldMk cId="0" sldId="267"/>
        </pc:sldMkLst>
        <pc:spChg chg="mod">
          <ac:chgData name="士衡 曹" userId="7e134164ebce8318" providerId="LiveId" clId="{FEE42FEC-DD66-4AFC-B323-9F66E42E48CE}" dt="2025-06-13T07:15:52.473" v="4573" actId="1076"/>
          <ac:spMkLst>
            <pc:docMk/>
            <pc:sldMk cId="0" sldId="267"/>
            <ac:spMk id="2" creationId="{00000000-0000-0000-0000-000000000000}"/>
          </ac:spMkLst>
        </pc:spChg>
        <pc:spChg chg="mod">
          <ac:chgData name="士衡 曹" userId="7e134164ebce8318" providerId="LiveId" clId="{FEE42FEC-DD66-4AFC-B323-9F66E42E48CE}" dt="2025-06-18T01:43:47.023" v="7860" actId="14100"/>
          <ac:spMkLst>
            <pc:docMk/>
            <pc:sldMk cId="0" sldId="267"/>
            <ac:spMk id="3" creationId="{00000000-0000-0000-0000-000000000000}"/>
          </ac:spMkLst>
        </pc:spChg>
        <pc:spChg chg="add mod">
          <ac:chgData name="士衡 曹" userId="7e134164ebce8318" providerId="LiveId" clId="{FEE42FEC-DD66-4AFC-B323-9F66E42E48CE}" dt="2025-06-18T01:45:23.179" v="7879" actId="14100"/>
          <ac:spMkLst>
            <pc:docMk/>
            <pc:sldMk cId="0" sldId="267"/>
            <ac:spMk id="6" creationId="{DD243CE1-85EB-4413-8808-5B5905949C9B}"/>
          </ac:spMkLst>
        </pc:spChg>
        <pc:spChg chg="add mod">
          <ac:chgData name="士衡 曹" userId="7e134164ebce8318" providerId="LiveId" clId="{FEE42FEC-DD66-4AFC-B323-9F66E42E48CE}" dt="2025-06-18T01:45:12.785" v="7877" actId="1076"/>
          <ac:spMkLst>
            <pc:docMk/>
            <pc:sldMk cId="0" sldId="267"/>
            <ac:spMk id="8" creationId="{F1924188-0195-4827-8A7A-402EB10DCA75}"/>
          </ac:spMkLst>
        </pc:spChg>
        <pc:spChg chg="add mod">
          <ac:chgData name="士衡 曹" userId="7e134164ebce8318" providerId="LiveId" clId="{FEE42FEC-DD66-4AFC-B323-9F66E42E48CE}" dt="2025-06-18T01:45:29.365" v="7883" actId="1076"/>
          <ac:spMkLst>
            <pc:docMk/>
            <pc:sldMk cId="0" sldId="267"/>
            <ac:spMk id="10" creationId="{ACD5BEBF-E089-4449-B08E-664F24F715F1}"/>
          </ac:spMkLst>
        </pc:spChg>
        <pc:picChg chg="mod">
          <ac:chgData name="士衡 曹" userId="7e134164ebce8318" providerId="LiveId" clId="{FEE42FEC-DD66-4AFC-B323-9F66E42E48CE}" dt="2025-06-18T01:45:26.138" v="7882" actId="1076"/>
          <ac:picMkLst>
            <pc:docMk/>
            <pc:sldMk cId="0" sldId="267"/>
            <ac:picMk id="7" creationId="{46AFB6AE-6DEC-44D2-AE90-4AC4457CDFCF}"/>
          </ac:picMkLst>
        </pc:picChg>
        <pc:picChg chg="add mod">
          <ac:chgData name="士衡 曹" userId="7e134164ebce8318" providerId="LiveId" clId="{FEE42FEC-DD66-4AFC-B323-9F66E42E48CE}" dt="2025-06-18T01:43:14.792" v="7841" actId="1076"/>
          <ac:picMkLst>
            <pc:docMk/>
            <pc:sldMk cId="0" sldId="267"/>
            <ac:picMk id="9" creationId="{D634483C-CB06-4D2E-9E2D-FC56F1FA13C3}"/>
          </ac:picMkLst>
        </pc:picChg>
      </pc:sldChg>
      <pc:sldChg chg="modSp mod modNotes modNotesTx">
        <pc:chgData name="士衡 曹" userId="7e134164ebce8318" providerId="LiveId" clId="{FEE42FEC-DD66-4AFC-B323-9F66E42E48CE}" dt="2025-06-18T08:10:17.653" v="9243" actId="20577"/>
        <pc:sldMkLst>
          <pc:docMk/>
          <pc:sldMk cId="0" sldId="268"/>
        </pc:sldMkLst>
        <pc:spChg chg="mod">
          <ac:chgData name="士衡 曹" userId="7e134164ebce8318" providerId="LiveId" clId="{FEE42FEC-DD66-4AFC-B323-9F66E42E48CE}" dt="2025-06-18T01:47:50.202" v="7884" actId="1076"/>
          <ac:spMkLst>
            <pc:docMk/>
            <pc:sldMk cId="0" sldId="268"/>
            <ac:spMk id="2" creationId="{00000000-0000-0000-0000-000000000000}"/>
          </ac:spMkLst>
        </pc:spChg>
        <pc:spChg chg="mod">
          <ac:chgData name="士衡 曹" userId="7e134164ebce8318" providerId="LiveId" clId="{FEE42FEC-DD66-4AFC-B323-9F66E42E48CE}" dt="2025-06-18T08:10:17.653" v="9243" actId="20577"/>
          <ac:spMkLst>
            <pc:docMk/>
            <pc:sldMk cId="0" sldId="268"/>
            <ac:spMk id="3" creationId="{00000000-0000-0000-0000-000000000000}"/>
          </ac:spMkLst>
        </pc:spChg>
      </pc:sldChg>
      <pc:sldChg chg="addSp modSp mod modNotes">
        <pc:chgData name="士衡 曹" userId="7e134164ebce8318" providerId="LiveId" clId="{FEE42FEC-DD66-4AFC-B323-9F66E42E48CE}" dt="2025-06-18T01:37:21.103" v="7771" actId="1076"/>
        <pc:sldMkLst>
          <pc:docMk/>
          <pc:sldMk cId="0" sldId="269"/>
        </pc:sldMkLst>
        <pc:spChg chg="mod">
          <ac:chgData name="士衡 曹" userId="7e134164ebce8318" providerId="LiveId" clId="{FEE42FEC-DD66-4AFC-B323-9F66E42E48CE}" dt="2025-06-18T01:37:21.103" v="7771" actId="1076"/>
          <ac:spMkLst>
            <pc:docMk/>
            <pc:sldMk cId="0" sldId="269"/>
            <ac:spMk id="2" creationId="{00000000-0000-0000-0000-000000000000}"/>
          </ac:spMkLst>
        </pc:spChg>
        <pc:spChg chg="mod">
          <ac:chgData name="士衡 曹" userId="7e134164ebce8318" providerId="LiveId" clId="{FEE42FEC-DD66-4AFC-B323-9F66E42E48CE}" dt="2025-06-13T07:16:20.339" v="4583" actId="1076"/>
          <ac:spMkLst>
            <pc:docMk/>
            <pc:sldMk cId="0" sldId="269"/>
            <ac:spMk id="3" creationId="{00000000-0000-0000-0000-000000000000}"/>
          </ac:spMkLst>
        </pc:spChg>
        <pc:spChg chg="add mod">
          <ac:chgData name="士衡 曹" userId="7e134164ebce8318" providerId="LiveId" clId="{FEE42FEC-DD66-4AFC-B323-9F66E42E48CE}" dt="2025-06-11T07:45:21.679" v="2392" actId="1076"/>
          <ac:spMkLst>
            <pc:docMk/>
            <pc:sldMk cId="0" sldId="269"/>
            <ac:spMk id="6" creationId="{C00DCC02-F4D3-44AA-BADD-7A2AE4D9CA4E}"/>
          </ac:spMkLst>
        </pc:spChg>
      </pc:sldChg>
      <pc:sldChg chg="addSp delSp modSp mod modNotesTx">
        <pc:chgData name="士衡 曹" userId="7e134164ebce8318" providerId="LiveId" clId="{FEE42FEC-DD66-4AFC-B323-9F66E42E48CE}" dt="2025-06-18T08:02:04.265" v="9145" actId="20577"/>
        <pc:sldMkLst>
          <pc:docMk/>
          <pc:sldMk cId="257875588" sldId="270"/>
        </pc:sldMkLst>
        <pc:spChg chg="mod">
          <ac:chgData name="士衡 曹" userId="7e134164ebce8318" providerId="LiveId" clId="{FEE42FEC-DD66-4AFC-B323-9F66E42E48CE}" dt="2025-06-13T07:14:49.589" v="4561" actId="14100"/>
          <ac:spMkLst>
            <pc:docMk/>
            <pc:sldMk cId="257875588" sldId="270"/>
            <ac:spMk id="2" creationId="{CDE87DA1-AAC9-4968-9FF0-4D12D6EEA87B}"/>
          </ac:spMkLst>
        </pc:spChg>
        <pc:spChg chg="mod">
          <ac:chgData name="士衡 曹" userId="7e134164ebce8318" providerId="LiveId" clId="{FEE42FEC-DD66-4AFC-B323-9F66E42E48CE}" dt="2025-06-17T08:35:11.030" v="7106" actId="1076"/>
          <ac:spMkLst>
            <pc:docMk/>
            <pc:sldMk cId="257875588" sldId="270"/>
            <ac:spMk id="18" creationId="{96DED14F-EF37-479A-B124-C79EDE1B3FAF}"/>
          </ac:spMkLst>
        </pc:spChg>
        <pc:spChg chg="add mod">
          <ac:chgData name="士衡 曹" userId="7e134164ebce8318" providerId="LiveId" clId="{FEE42FEC-DD66-4AFC-B323-9F66E42E48CE}" dt="2025-06-17T08:35:09.564" v="7105" actId="1076"/>
          <ac:spMkLst>
            <pc:docMk/>
            <pc:sldMk cId="257875588" sldId="270"/>
            <ac:spMk id="19" creationId="{BF657E85-1F54-4F21-AB19-6EE2FA27041F}"/>
          </ac:spMkLst>
        </pc:spChg>
        <pc:spChg chg="add mod">
          <ac:chgData name="士衡 曹" userId="7e134164ebce8318" providerId="LiveId" clId="{FEE42FEC-DD66-4AFC-B323-9F66E42E48CE}" dt="2025-06-17T08:35:09.564" v="7105" actId="1076"/>
          <ac:spMkLst>
            <pc:docMk/>
            <pc:sldMk cId="257875588" sldId="270"/>
            <ac:spMk id="20" creationId="{07359B8F-3F94-4563-AF46-7FEEF7E134D8}"/>
          </ac:spMkLst>
        </pc:spChg>
        <pc:spChg chg="mod">
          <ac:chgData name="士衡 曹" userId="7e134164ebce8318" providerId="LiveId" clId="{FEE42FEC-DD66-4AFC-B323-9F66E42E48CE}" dt="2025-06-18T01:23:23.554" v="7581" actId="1076"/>
          <ac:spMkLst>
            <pc:docMk/>
            <pc:sldMk cId="257875588" sldId="270"/>
            <ac:spMk id="21" creationId="{C1665289-1A45-4AA6-B0B9-47747809AA36}"/>
          </ac:spMkLst>
        </pc:spChg>
        <pc:spChg chg="mod">
          <ac:chgData name="士衡 曹" userId="7e134164ebce8318" providerId="LiveId" clId="{FEE42FEC-DD66-4AFC-B323-9F66E42E48CE}" dt="2025-06-17T08:34:43.704" v="7095" actId="1076"/>
          <ac:spMkLst>
            <pc:docMk/>
            <pc:sldMk cId="257875588" sldId="270"/>
            <ac:spMk id="22" creationId="{960FED5B-4F94-4F88-8106-03B3CF615CDF}"/>
          </ac:spMkLst>
        </pc:spChg>
        <pc:spChg chg="add mod">
          <ac:chgData name="士衡 曹" userId="7e134164ebce8318" providerId="LiveId" clId="{FEE42FEC-DD66-4AFC-B323-9F66E42E48CE}" dt="2025-06-18T01:23:27.699" v="7582" actId="1076"/>
          <ac:spMkLst>
            <pc:docMk/>
            <pc:sldMk cId="257875588" sldId="270"/>
            <ac:spMk id="24" creationId="{CB3F5CBA-4BBF-4C66-98BF-EE1A7DB74C0E}"/>
          </ac:spMkLst>
        </pc:spChg>
        <pc:spChg chg="add mod">
          <ac:chgData name="士衡 曹" userId="7e134164ebce8318" providerId="LiveId" clId="{FEE42FEC-DD66-4AFC-B323-9F66E42E48CE}" dt="2025-06-18T01:23:27.699" v="7582" actId="1076"/>
          <ac:spMkLst>
            <pc:docMk/>
            <pc:sldMk cId="257875588" sldId="270"/>
            <ac:spMk id="25" creationId="{43269D06-CAB4-4F1A-AE43-EDCD6BEF40DF}"/>
          </ac:spMkLst>
        </pc:spChg>
        <pc:spChg chg="add mod">
          <ac:chgData name="士衡 曹" userId="7e134164ebce8318" providerId="LiveId" clId="{FEE42FEC-DD66-4AFC-B323-9F66E42E48CE}" dt="2025-06-17T08:34:46.040" v="7096" actId="1076"/>
          <ac:spMkLst>
            <pc:docMk/>
            <pc:sldMk cId="257875588" sldId="270"/>
            <ac:spMk id="26" creationId="{A2CA695D-67EE-45C7-B2CB-40CAC9A1C504}"/>
          </ac:spMkLst>
        </pc:spChg>
        <pc:spChg chg="add mod">
          <ac:chgData name="士衡 曹" userId="7e134164ebce8318" providerId="LiveId" clId="{FEE42FEC-DD66-4AFC-B323-9F66E42E48CE}" dt="2025-06-17T08:35:03.981" v="7103" actId="1076"/>
          <ac:spMkLst>
            <pc:docMk/>
            <pc:sldMk cId="257875588" sldId="270"/>
            <ac:spMk id="27" creationId="{45B11D2E-2F6B-4AB3-A698-E1435BD10645}"/>
          </ac:spMkLst>
        </pc:spChg>
        <pc:spChg chg="add mod">
          <ac:chgData name="士衡 曹" userId="7e134164ebce8318" providerId="LiveId" clId="{FEE42FEC-DD66-4AFC-B323-9F66E42E48CE}" dt="2025-06-17T08:34:55.022" v="7099" actId="1076"/>
          <ac:spMkLst>
            <pc:docMk/>
            <pc:sldMk cId="257875588" sldId="270"/>
            <ac:spMk id="28" creationId="{C2379566-8395-4E5E-97DF-61ACB55E55AA}"/>
          </ac:spMkLst>
        </pc:spChg>
        <pc:spChg chg="add mod">
          <ac:chgData name="士衡 曹" userId="7e134164ebce8318" providerId="LiveId" clId="{FEE42FEC-DD66-4AFC-B323-9F66E42E48CE}" dt="2025-06-17T08:34:41.826" v="7094" actId="14100"/>
          <ac:spMkLst>
            <pc:docMk/>
            <pc:sldMk cId="257875588" sldId="270"/>
            <ac:spMk id="29" creationId="{BF0EDD55-FEA3-4F60-A54D-78BA17DD6CAF}"/>
          </ac:spMkLst>
        </pc:spChg>
      </pc:sldChg>
      <pc:sldChg chg="addSp delSp modSp mod ord modNotesTx">
        <pc:chgData name="士衡 曹" userId="7e134164ebce8318" providerId="LiveId" clId="{FEE42FEC-DD66-4AFC-B323-9F66E42E48CE}" dt="2025-06-16T09:10:16.865" v="6600" actId="1076"/>
        <pc:sldMkLst>
          <pc:docMk/>
          <pc:sldMk cId="920649698" sldId="271"/>
        </pc:sldMkLst>
      </pc:sldChg>
      <pc:sldChg chg="addSp delSp modSp new mod ord modNotes modNotesTx">
        <pc:chgData name="士衡 曹" userId="7e134164ebce8318" providerId="LiveId" clId="{FEE42FEC-DD66-4AFC-B323-9F66E42E48CE}" dt="2025-06-16T08:46:17.715" v="6090" actId="1076"/>
        <pc:sldMkLst>
          <pc:docMk/>
          <pc:sldMk cId="1061248090" sldId="272"/>
        </pc:sldMkLst>
      </pc:sldChg>
      <pc:sldChg chg="addSp delSp modSp new mod ord modNotes modNotesTx">
        <pc:chgData name="士衡 曹" userId="7e134164ebce8318" providerId="LiveId" clId="{FEE42FEC-DD66-4AFC-B323-9F66E42E48CE}" dt="2025-06-18T08:47:33.297" v="9374" actId="14100"/>
        <pc:sldMkLst>
          <pc:docMk/>
          <pc:sldMk cId="2739764935" sldId="273"/>
        </pc:sldMkLst>
        <pc:spChg chg="mod">
          <ac:chgData name="士衡 曹" userId="7e134164ebce8318" providerId="LiveId" clId="{FEE42FEC-DD66-4AFC-B323-9F66E42E48CE}" dt="2025-06-12T03:26:54.189" v="4135" actId="1076"/>
          <ac:spMkLst>
            <pc:docMk/>
            <pc:sldMk cId="2739764935" sldId="273"/>
            <ac:spMk id="2" creationId="{57D3ED16-73B9-4EBD-A207-72A3C607C1CB}"/>
          </ac:spMkLst>
        </pc:spChg>
        <pc:spChg chg="add del mod">
          <ac:chgData name="士衡 曹" userId="7e134164ebce8318" providerId="LiveId" clId="{FEE42FEC-DD66-4AFC-B323-9F66E42E48CE}" dt="2025-06-18T08:47:33.297" v="9374" actId="14100"/>
          <ac:spMkLst>
            <pc:docMk/>
            <pc:sldMk cId="2739764935" sldId="273"/>
            <ac:spMk id="6" creationId="{4DF1D67A-DA87-47B8-A985-72A9D7E80119}"/>
          </ac:spMkLst>
        </pc:spChg>
        <pc:spChg chg="add del mod">
          <ac:chgData name="士衡 曹" userId="7e134164ebce8318" providerId="LiveId" clId="{FEE42FEC-DD66-4AFC-B323-9F66E42E48CE}" dt="2025-06-18T01:52:20.792" v="7907" actId="948"/>
          <ac:spMkLst>
            <pc:docMk/>
            <pc:sldMk cId="2739764935" sldId="273"/>
            <ac:spMk id="8" creationId="{9D87A501-FF01-4C42-A666-97B18B9BA6B3}"/>
          </ac:spMkLst>
        </pc:spChg>
        <pc:spChg chg="add mod">
          <ac:chgData name="士衡 曹" userId="7e134164ebce8318" providerId="LiveId" clId="{FEE42FEC-DD66-4AFC-B323-9F66E42E48CE}" dt="2025-06-13T07:08:45.834" v="4456" actId="1076"/>
          <ac:spMkLst>
            <pc:docMk/>
            <pc:sldMk cId="2739764935" sldId="273"/>
            <ac:spMk id="11" creationId="{B7319624-08CA-4BC1-8F64-863CF46189FF}"/>
          </ac:spMkLst>
        </pc:spChg>
        <pc:spChg chg="add mod">
          <ac:chgData name="士衡 曹" userId="7e134164ebce8318" providerId="LiveId" clId="{FEE42FEC-DD66-4AFC-B323-9F66E42E48CE}" dt="2025-06-13T07:08:45.834" v="4456" actId="1076"/>
          <ac:spMkLst>
            <pc:docMk/>
            <pc:sldMk cId="2739764935" sldId="273"/>
            <ac:spMk id="12" creationId="{CBD5F681-F25C-46C3-B432-076978107153}"/>
          </ac:spMkLst>
        </pc:spChg>
        <pc:graphicFrameChg chg="add mod modGraphic">
          <ac:chgData name="士衡 曹" userId="7e134164ebce8318" providerId="LiveId" clId="{FEE42FEC-DD66-4AFC-B323-9F66E42E48CE}" dt="2025-06-18T01:51:51.747" v="7905" actId="1076"/>
          <ac:graphicFrameMkLst>
            <pc:docMk/>
            <pc:sldMk cId="2739764935" sldId="273"/>
            <ac:graphicFrameMk id="15" creationId="{8CED8FB9-3BDD-4BD8-A72C-5EB1F756D46D}"/>
          </ac:graphicFrameMkLst>
        </pc:graphicFrameChg>
      </pc:sldChg>
      <pc:sldChg chg="addSp delSp modSp new mod modNotesTx">
        <pc:chgData name="士衡 曹" userId="7e134164ebce8318" providerId="LiveId" clId="{FEE42FEC-DD66-4AFC-B323-9F66E42E48CE}" dt="2025-06-18T02:00:24.625" v="7938" actId="20577"/>
        <pc:sldMkLst>
          <pc:docMk/>
          <pc:sldMk cId="3695383438" sldId="274"/>
        </pc:sldMkLst>
        <pc:spChg chg="add del mod">
          <ac:chgData name="士衡 曹" userId="7e134164ebce8318" providerId="LiveId" clId="{FEE42FEC-DD66-4AFC-B323-9F66E42E48CE}" dt="2025-06-10T08:14:09.706" v="648" actId="1076"/>
          <ac:spMkLst>
            <pc:docMk/>
            <pc:sldMk cId="3695383438" sldId="274"/>
            <ac:spMk id="4" creationId="{E1D81E10-03E2-4983-8FFE-4B5C9E9F6243}"/>
          </ac:spMkLst>
        </pc:spChg>
        <pc:spChg chg="mod">
          <ac:chgData name="士衡 曹" userId="7e134164ebce8318" providerId="LiveId" clId="{FEE42FEC-DD66-4AFC-B323-9F66E42E48CE}" dt="2025-06-10T08:53:11.842" v="1129" actId="1076"/>
          <ac:spMkLst>
            <pc:docMk/>
            <pc:sldMk cId="3695383438" sldId="274"/>
            <ac:spMk id="5" creationId="{E25C6B84-A3D1-4210-B80B-B49296407679}"/>
          </ac:spMkLst>
        </pc:spChg>
        <pc:spChg chg="add mod">
          <ac:chgData name="士衡 曹" userId="7e134164ebce8318" providerId="LiveId" clId="{FEE42FEC-DD66-4AFC-B323-9F66E42E48CE}" dt="2025-06-18T01:59:59.624" v="7933" actId="1076"/>
          <ac:spMkLst>
            <pc:docMk/>
            <pc:sldMk cId="3695383438" sldId="274"/>
            <ac:spMk id="9" creationId="{95676480-C130-406D-BD83-33DE24AE5518}"/>
          </ac:spMkLst>
        </pc:spChg>
        <pc:spChg chg="add mod">
          <ac:chgData name="士衡 曹" userId="7e134164ebce8318" providerId="LiveId" clId="{FEE42FEC-DD66-4AFC-B323-9F66E42E48CE}" dt="2025-06-18T01:59:59.624" v="7933" actId="1076"/>
          <ac:spMkLst>
            <pc:docMk/>
            <pc:sldMk cId="3695383438" sldId="274"/>
            <ac:spMk id="18" creationId="{3F3941F2-39D6-47AE-B9BD-9276BDBEAD62}"/>
          </ac:spMkLst>
        </pc:spChg>
        <pc:spChg chg="add mod">
          <ac:chgData name="士衡 曹" userId="7e134164ebce8318" providerId="LiveId" clId="{FEE42FEC-DD66-4AFC-B323-9F66E42E48CE}" dt="2025-06-18T01:59:59.624" v="7933" actId="1076"/>
          <ac:spMkLst>
            <pc:docMk/>
            <pc:sldMk cId="3695383438" sldId="274"/>
            <ac:spMk id="33" creationId="{9D4B2BC1-5AE6-4664-8967-2A2AA69E9595}"/>
          </ac:spMkLst>
        </pc:spChg>
        <pc:spChg chg="add mod">
          <ac:chgData name="士衡 曹" userId="7e134164ebce8318" providerId="LiveId" clId="{FEE42FEC-DD66-4AFC-B323-9F66E42E48CE}" dt="2025-06-18T01:59:59.624" v="7933" actId="1076"/>
          <ac:spMkLst>
            <pc:docMk/>
            <pc:sldMk cId="3695383438" sldId="274"/>
            <ac:spMk id="60" creationId="{48D50AA4-858E-4E05-B5B4-11D97727B27A}"/>
          </ac:spMkLst>
        </pc:spChg>
        <pc:spChg chg="add mod">
          <ac:chgData name="士衡 曹" userId="7e134164ebce8318" providerId="LiveId" clId="{FEE42FEC-DD66-4AFC-B323-9F66E42E48CE}" dt="2025-06-13T07:07:46.897" v="4451" actId="1076"/>
          <ac:spMkLst>
            <pc:docMk/>
            <pc:sldMk cId="3695383438" sldId="274"/>
            <ac:spMk id="69" creationId="{7104F00F-EBD5-4D18-8027-2F2A1FF848BF}"/>
          </ac:spMkLst>
        </pc:spChg>
        <pc:spChg chg="add mod">
          <ac:chgData name="士衡 曹" userId="7e134164ebce8318" providerId="LiveId" clId="{FEE42FEC-DD66-4AFC-B323-9F66E42E48CE}" dt="2025-06-18T01:59:59.624" v="7933" actId="1076"/>
          <ac:spMkLst>
            <pc:docMk/>
            <pc:sldMk cId="3695383438" sldId="274"/>
            <ac:spMk id="73" creationId="{69A4F31E-F6E5-436A-BA86-936EB03B4E55}"/>
          </ac:spMkLst>
        </pc:spChg>
        <pc:spChg chg="add mod">
          <ac:chgData name="士衡 曹" userId="7e134164ebce8318" providerId="LiveId" clId="{FEE42FEC-DD66-4AFC-B323-9F66E42E48CE}" dt="2025-06-18T01:59:59.624" v="7933" actId="1076"/>
          <ac:spMkLst>
            <pc:docMk/>
            <pc:sldMk cId="3695383438" sldId="274"/>
            <ac:spMk id="74" creationId="{F05ED808-33FA-4F18-A83D-3F4FE0BF3E11}"/>
          </ac:spMkLst>
        </pc:spChg>
        <pc:spChg chg="add mod">
          <ac:chgData name="士衡 曹" userId="7e134164ebce8318" providerId="LiveId" clId="{FEE42FEC-DD66-4AFC-B323-9F66E42E48CE}" dt="2025-06-18T01:59:59.624" v="7933" actId="1076"/>
          <ac:spMkLst>
            <pc:docMk/>
            <pc:sldMk cId="3695383438" sldId="274"/>
            <ac:spMk id="75" creationId="{8AD8AB21-767C-4D39-BE08-6FA6F394C35A}"/>
          </ac:spMkLst>
        </pc:spChg>
        <pc:spChg chg="add mod">
          <ac:chgData name="士衡 曹" userId="7e134164ebce8318" providerId="LiveId" clId="{FEE42FEC-DD66-4AFC-B323-9F66E42E48CE}" dt="2025-06-18T01:59:59.624" v="7933" actId="1076"/>
          <ac:spMkLst>
            <pc:docMk/>
            <pc:sldMk cId="3695383438" sldId="274"/>
            <ac:spMk id="76" creationId="{EA407B89-D8A7-4362-AC34-00D26246E8E0}"/>
          </ac:spMkLst>
        </pc:spChg>
        <pc:spChg chg="add mod">
          <ac:chgData name="士衡 曹" userId="7e134164ebce8318" providerId="LiveId" clId="{FEE42FEC-DD66-4AFC-B323-9F66E42E48CE}" dt="2025-06-18T01:59:59.624" v="7933" actId="1076"/>
          <ac:spMkLst>
            <pc:docMk/>
            <pc:sldMk cId="3695383438" sldId="274"/>
            <ac:spMk id="77" creationId="{5C92BC76-B63D-4C49-93F9-29B07D0EEA73}"/>
          </ac:spMkLst>
        </pc:spChg>
        <pc:spChg chg="add mod">
          <ac:chgData name="士衡 曹" userId="7e134164ebce8318" providerId="LiveId" clId="{FEE42FEC-DD66-4AFC-B323-9F66E42E48CE}" dt="2025-06-18T01:59:59.624" v="7933" actId="1076"/>
          <ac:spMkLst>
            <pc:docMk/>
            <pc:sldMk cId="3695383438" sldId="274"/>
            <ac:spMk id="78" creationId="{DE398F5A-2C8C-4502-8DBC-5DE5F712B35A}"/>
          </ac:spMkLst>
        </pc:spChg>
        <pc:spChg chg="add mod">
          <ac:chgData name="士衡 曹" userId="7e134164ebce8318" providerId="LiveId" clId="{FEE42FEC-DD66-4AFC-B323-9F66E42E48CE}" dt="2025-06-18T01:59:59.624" v="7933" actId="1076"/>
          <ac:spMkLst>
            <pc:docMk/>
            <pc:sldMk cId="3695383438" sldId="274"/>
            <ac:spMk id="114" creationId="{5BF2758F-0BB8-4245-AFF7-8B938575CF6B}"/>
          </ac:spMkLst>
        </pc:spChg>
        <pc:spChg chg="add mod">
          <ac:chgData name="士衡 曹" userId="7e134164ebce8318" providerId="LiveId" clId="{FEE42FEC-DD66-4AFC-B323-9F66E42E48CE}" dt="2025-06-18T01:59:59.624" v="7933" actId="1076"/>
          <ac:spMkLst>
            <pc:docMk/>
            <pc:sldMk cId="3695383438" sldId="274"/>
            <ac:spMk id="122" creationId="{8C39F2C9-AF83-4DD0-9E46-7D13606C914F}"/>
          </ac:spMkLst>
        </pc:spChg>
        <pc:spChg chg="add mod">
          <ac:chgData name="士衡 曹" userId="7e134164ebce8318" providerId="LiveId" clId="{FEE42FEC-DD66-4AFC-B323-9F66E42E48CE}" dt="2025-06-18T01:59:59.624" v="7933" actId="1076"/>
          <ac:spMkLst>
            <pc:docMk/>
            <pc:sldMk cId="3695383438" sldId="274"/>
            <ac:spMk id="123" creationId="{D4CD899A-4DCA-44FC-BB03-7D114605036D}"/>
          </ac:spMkLst>
        </pc:spChg>
        <pc:spChg chg="add mod">
          <ac:chgData name="士衡 曹" userId="7e134164ebce8318" providerId="LiveId" clId="{FEE42FEC-DD66-4AFC-B323-9F66E42E48CE}" dt="2025-06-18T01:59:59.624" v="7933" actId="1076"/>
          <ac:spMkLst>
            <pc:docMk/>
            <pc:sldMk cId="3695383438" sldId="274"/>
            <ac:spMk id="124" creationId="{02959FAA-50D3-4CDD-B8F2-A67113974A08}"/>
          </ac:spMkLst>
        </pc:spChg>
        <pc:spChg chg="add del mod">
          <ac:chgData name="士衡 曹" userId="7e134164ebce8318" providerId="LiveId" clId="{FEE42FEC-DD66-4AFC-B323-9F66E42E48CE}" dt="2025-06-18T01:59:59.624" v="7933" actId="1076"/>
          <ac:spMkLst>
            <pc:docMk/>
            <pc:sldMk cId="3695383438" sldId="274"/>
            <ac:spMk id="126" creationId="{8832C902-481C-47DA-8490-A0BB0ACAAE09}"/>
          </ac:spMkLst>
        </pc:spChg>
        <pc:spChg chg="add mod">
          <ac:chgData name="士衡 曹" userId="7e134164ebce8318" providerId="LiveId" clId="{FEE42FEC-DD66-4AFC-B323-9F66E42E48CE}" dt="2025-06-18T01:59:59.624" v="7933" actId="1076"/>
          <ac:spMkLst>
            <pc:docMk/>
            <pc:sldMk cId="3695383438" sldId="274"/>
            <ac:spMk id="127" creationId="{EA21B8FB-F1D8-4D1D-B2C3-8E0048B927C6}"/>
          </ac:spMkLst>
        </pc:spChg>
        <pc:spChg chg="add mod">
          <ac:chgData name="士衡 曹" userId="7e134164ebce8318" providerId="LiveId" clId="{FEE42FEC-DD66-4AFC-B323-9F66E42E48CE}" dt="2025-06-18T01:59:59.624" v="7933" actId="1076"/>
          <ac:spMkLst>
            <pc:docMk/>
            <pc:sldMk cId="3695383438" sldId="274"/>
            <ac:spMk id="128" creationId="{DF58523D-33E4-43C7-A246-12336C3C721A}"/>
          </ac:spMkLst>
        </pc:spChg>
        <pc:spChg chg="add mod">
          <ac:chgData name="士衡 曹" userId="7e134164ebce8318" providerId="LiveId" clId="{FEE42FEC-DD66-4AFC-B323-9F66E42E48CE}" dt="2025-06-18T01:59:59.624" v="7933" actId="1076"/>
          <ac:spMkLst>
            <pc:docMk/>
            <pc:sldMk cId="3695383438" sldId="274"/>
            <ac:spMk id="129" creationId="{97828184-F692-4EB6-A5F9-09CDB8A5260C}"/>
          </ac:spMkLst>
        </pc:spChg>
        <pc:spChg chg="add mod">
          <ac:chgData name="士衡 曹" userId="7e134164ebce8318" providerId="LiveId" clId="{FEE42FEC-DD66-4AFC-B323-9F66E42E48CE}" dt="2025-06-18T01:59:59.624" v="7933" actId="1076"/>
          <ac:spMkLst>
            <pc:docMk/>
            <pc:sldMk cId="3695383438" sldId="274"/>
            <ac:spMk id="142" creationId="{8B28EA24-93DF-46B5-BF8A-AB9273AD301C}"/>
          </ac:spMkLst>
        </pc:spChg>
        <pc:spChg chg="add mod">
          <ac:chgData name="士衡 曹" userId="7e134164ebce8318" providerId="LiveId" clId="{FEE42FEC-DD66-4AFC-B323-9F66E42E48CE}" dt="2025-06-18T01:59:59.624" v="7933" actId="1076"/>
          <ac:spMkLst>
            <pc:docMk/>
            <pc:sldMk cId="3695383438" sldId="274"/>
            <ac:spMk id="143" creationId="{F931AE2E-B8B3-4927-B4BB-7B8EF2605A12}"/>
          </ac:spMkLst>
        </pc:spChg>
        <pc:spChg chg="add mod">
          <ac:chgData name="士衡 曹" userId="7e134164ebce8318" providerId="LiveId" clId="{FEE42FEC-DD66-4AFC-B323-9F66E42E48CE}" dt="2025-06-18T01:59:59.624" v="7933" actId="1076"/>
          <ac:spMkLst>
            <pc:docMk/>
            <pc:sldMk cId="3695383438" sldId="274"/>
            <ac:spMk id="144" creationId="{4B636D71-F246-4DE7-9D26-87A6C1D997CF}"/>
          </ac:spMkLst>
        </pc:spChg>
        <pc:spChg chg="add mod">
          <ac:chgData name="士衡 曹" userId="7e134164ebce8318" providerId="LiveId" clId="{FEE42FEC-DD66-4AFC-B323-9F66E42E48CE}" dt="2025-06-18T01:59:59.624" v="7933" actId="1076"/>
          <ac:spMkLst>
            <pc:docMk/>
            <pc:sldMk cId="3695383438" sldId="274"/>
            <ac:spMk id="145" creationId="{98180555-78F9-4849-8AAD-3F64A1FCE6DE}"/>
          </ac:spMkLst>
        </pc:spChg>
        <pc:spChg chg="add mod">
          <ac:chgData name="士衡 曹" userId="7e134164ebce8318" providerId="LiveId" clId="{FEE42FEC-DD66-4AFC-B323-9F66E42E48CE}" dt="2025-06-18T01:59:59.624" v="7933" actId="1076"/>
          <ac:spMkLst>
            <pc:docMk/>
            <pc:sldMk cId="3695383438" sldId="274"/>
            <ac:spMk id="146" creationId="{85466DDB-FA32-48DF-954F-C613D4BAAE7C}"/>
          </ac:spMkLst>
        </pc:spChg>
        <pc:spChg chg="add mod">
          <ac:chgData name="士衡 曹" userId="7e134164ebce8318" providerId="LiveId" clId="{FEE42FEC-DD66-4AFC-B323-9F66E42E48CE}" dt="2025-06-18T01:59:59.624" v="7933" actId="1076"/>
          <ac:spMkLst>
            <pc:docMk/>
            <pc:sldMk cId="3695383438" sldId="274"/>
            <ac:spMk id="147" creationId="{EF7F1303-1545-44D7-A7FF-CA62356F31B4}"/>
          </ac:spMkLst>
        </pc:spChg>
        <pc:spChg chg="add mod">
          <ac:chgData name="士衡 曹" userId="7e134164ebce8318" providerId="LiveId" clId="{FEE42FEC-DD66-4AFC-B323-9F66E42E48CE}" dt="2025-06-18T01:59:59.624" v="7933" actId="1076"/>
          <ac:spMkLst>
            <pc:docMk/>
            <pc:sldMk cId="3695383438" sldId="274"/>
            <ac:spMk id="148" creationId="{4E32CA23-58D9-4FD4-8CC8-6856B5AF36F3}"/>
          </ac:spMkLst>
        </pc:spChg>
        <pc:spChg chg="add mod">
          <ac:chgData name="士衡 曹" userId="7e134164ebce8318" providerId="LiveId" clId="{FEE42FEC-DD66-4AFC-B323-9F66E42E48CE}" dt="2025-06-18T01:59:59.624" v="7933" actId="1076"/>
          <ac:spMkLst>
            <pc:docMk/>
            <pc:sldMk cId="3695383438" sldId="274"/>
            <ac:spMk id="150" creationId="{6C712270-38A7-44F4-B594-D94EB23135CC}"/>
          </ac:spMkLst>
        </pc:spChg>
        <pc:spChg chg="add mod">
          <ac:chgData name="士衡 曹" userId="7e134164ebce8318" providerId="LiveId" clId="{FEE42FEC-DD66-4AFC-B323-9F66E42E48CE}" dt="2025-06-18T01:59:59.624" v="7933" actId="1076"/>
          <ac:spMkLst>
            <pc:docMk/>
            <pc:sldMk cId="3695383438" sldId="274"/>
            <ac:spMk id="156" creationId="{61DF07CA-8A4C-4F97-A1C2-82637BAF8990}"/>
          </ac:spMkLst>
        </pc:spChg>
        <pc:spChg chg="add mod">
          <ac:chgData name="士衡 曹" userId="7e134164ebce8318" providerId="LiveId" clId="{FEE42FEC-DD66-4AFC-B323-9F66E42E48CE}" dt="2025-06-18T01:59:59.624" v="7933" actId="1076"/>
          <ac:spMkLst>
            <pc:docMk/>
            <pc:sldMk cId="3695383438" sldId="274"/>
            <ac:spMk id="157" creationId="{B1015DAB-38EA-4631-8AC8-3CB53A3D729C}"/>
          </ac:spMkLst>
        </pc:spChg>
        <pc:spChg chg="add mod">
          <ac:chgData name="士衡 曹" userId="7e134164ebce8318" providerId="LiveId" clId="{FEE42FEC-DD66-4AFC-B323-9F66E42E48CE}" dt="2025-06-18T01:59:59.624" v="7933" actId="1076"/>
          <ac:spMkLst>
            <pc:docMk/>
            <pc:sldMk cId="3695383438" sldId="274"/>
            <ac:spMk id="171" creationId="{D22295BA-DA3F-4E76-A058-3FA4101006F4}"/>
          </ac:spMkLst>
        </pc:spChg>
        <pc:spChg chg="add mod">
          <ac:chgData name="士衡 曹" userId="7e134164ebce8318" providerId="LiveId" clId="{FEE42FEC-DD66-4AFC-B323-9F66E42E48CE}" dt="2025-06-18T01:59:59.624" v="7933" actId="1076"/>
          <ac:spMkLst>
            <pc:docMk/>
            <pc:sldMk cId="3695383438" sldId="274"/>
            <ac:spMk id="172" creationId="{33C0BE28-06F8-428F-B583-BEACF8C69F0D}"/>
          </ac:spMkLst>
        </pc:spChg>
        <pc:spChg chg="add mod">
          <ac:chgData name="士衡 曹" userId="7e134164ebce8318" providerId="LiveId" clId="{FEE42FEC-DD66-4AFC-B323-9F66E42E48CE}" dt="2025-06-18T01:59:59.624" v="7933" actId="1076"/>
          <ac:spMkLst>
            <pc:docMk/>
            <pc:sldMk cId="3695383438" sldId="274"/>
            <ac:spMk id="173" creationId="{E902A510-6CBD-439A-AD8B-66739618C118}"/>
          </ac:spMkLst>
        </pc:spChg>
        <pc:spChg chg="add mod">
          <ac:chgData name="士衡 曹" userId="7e134164ebce8318" providerId="LiveId" clId="{FEE42FEC-DD66-4AFC-B323-9F66E42E48CE}" dt="2025-06-18T01:59:59.624" v="7933" actId="1076"/>
          <ac:spMkLst>
            <pc:docMk/>
            <pc:sldMk cId="3695383438" sldId="274"/>
            <ac:spMk id="174" creationId="{A50FFD7E-E2DD-429A-A1BB-CE80E7C735B6}"/>
          </ac:spMkLst>
        </pc:spChg>
        <pc:spChg chg="add mod">
          <ac:chgData name="士衡 曹" userId="7e134164ebce8318" providerId="LiveId" clId="{FEE42FEC-DD66-4AFC-B323-9F66E42E48CE}" dt="2025-06-18T01:59:59.624" v="7933" actId="1076"/>
          <ac:spMkLst>
            <pc:docMk/>
            <pc:sldMk cId="3695383438" sldId="274"/>
            <ac:spMk id="175" creationId="{6047202D-A485-4059-9B55-965570CAD21E}"/>
          </ac:spMkLst>
        </pc:spChg>
        <pc:spChg chg="add mod">
          <ac:chgData name="士衡 曹" userId="7e134164ebce8318" providerId="LiveId" clId="{FEE42FEC-DD66-4AFC-B323-9F66E42E48CE}" dt="2025-06-18T01:59:59.624" v="7933" actId="1076"/>
          <ac:spMkLst>
            <pc:docMk/>
            <pc:sldMk cId="3695383438" sldId="274"/>
            <ac:spMk id="176" creationId="{7FCAB101-1AF4-42CD-9522-00C32D2DB390}"/>
          </ac:spMkLst>
        </pc:spChg>
        <pc:spChg chg="add mod">
          <ac:chgData name="士衡 曹" userId="7e134164ebce8318" providerId="LiveId" clId="{FEE42FEC-DD66-4AFC-B323-9F66E42E48CE}" dt="2025-06-18T01:59:59.624" v="7933" actId="1076"/>
          <ac:spMkLst>
            <pc:docMk/>
            <pc:sldMk cId="3695383438" sldId="274"/>
            <ac:spMk id="177" creationId="{0473F938-B3DA-47E0-BB7A-7A9C26EAB561}"/>
          </ac:spMkLst>
        </pc:spChg>
        <pc:spChg chg="add mod">
          <ac:chgData name="士衡 曹" userId="7e134164ebce8318" providerId="LiveId" clId="{FEE42FEC-DD66-4AFC-B323-9F66E42E48CE}" dt="2025-06-18T01:59:59.624" v="7933" actId="1076"/>
          <ac:spMkLst>
            <pc:docMk/>
            <pc:sldMk cId="3695383438" sldId="274"/>
            <ac:spMk id="178" creationId="{608D9039-DF78-4AF8-8D3D-4A3F6811BB8C}"/>
          </ac:spMkLst>
        </pc:spChg>
        <pc:spChg chg="add mod">
          <ac:chgData name="士衡 曹" userId="7e134164ebce8318" providerId="LiveId" clId="{FEE42FEC-DD66-4AFC-B323-9F66E42E48CE}" dt="2025-06-18T01:59:59.624" v="7933" actId="1076"/>
          <ac:spMkLst>
            <pc:docMk/>
            <pc:sldMk cId="3695383438" sldId="274"/>
            <ac:spMk id="179" creationId="{DDEDF339-220A-49F6-B445-22A19C6EEED6}"/>
          </ac:spMkLst>
        </pc:spChg>
        <pc:spChg chg="add mod">
          <ac:chgData name="士衡 曹" userId="7e134164ebce8318" providerId="LiveId" clId="{FEE42FEC-DD66-4AFC-B323-9F66E42E48CE}" dt="2025-06-18T01:59:59.624" v="7933" actId="1076"/>
          <ac:spMkLst>
            <pc:docMk/>
            <pc:sldMk cId="3695383438" sldId="274"/>
            <ac:spMk id="180" creationId="{D3861AF5-8C64-44D4-BB76-871090CD9AC9}"/>
          </ac:spMkLst>
        </pc:spChg>
        <pc:spChg chg="add mod">
          <ac:chgData name="士衡 曹" userId="7e134164ebce8318" providerId="LiveId" clId="{FEE42FEC-DD66-4AFC-B323-9F66E42E48CE}" dt="2025-06-18T01:59:59.624" v="7933" actId="1076"/>
          <ac:spMkLst>
            <pc:docMk/>
            <pc:sldMk cId="3695383438" sldId="274"/>
            <ac:spMk id="181" creationId="{47BF6FE2-EF68-4503-897F-2371F7779D02}"/>
          </ac:spMkLst>
        </pc:spChg>
        <pc:spChg chg="add mod">
          <ac:chgData name="士衡 曹" userId="7e134164ebce8318" providerId="LiveId" clId="{FEE42FEC-DD66-4AFC-B323-9F66E42E48CE}" dt="2025-06-18T01:59:59.624" v="7933" actId="1076"/>
          <ac:spMkLst>
            <pc:docMk/>
            <pc:sldMk cId="3695383438" sldId="274"/>
            <ac:spMk id="182" creationId="{4759B03E-8CD9-44AA-95F3-9AED7FAC5B49}"/>
          </ac:spMkLst>
        </pc:spChg>
        <pc:spChg chg="add mod">
          <ac:chgData name="士衡 曹" userId="7e134164ebce8318" providerId="LiveId" clId="{FEE42FEC-DD66-4AFC-B323-9F66E42E48CE}" dt="2025-06-18T01:59:59.624" v="7933" actId="1076"/>
          <ac:spMkLst>
            <pc:docMk/>
            <pc:sldMk cId="3695383438" sldId="274"/>
            <ac:spMk id="183" creationId="{DF5844FA-E0C3-4E60-B006-BD2B2DA5E055}"/>
          </ac:spMkLst>
        </pc:spChg>
        <pc:spChg chg="add mod">
          <ac:chgData name="士衡 曹" userId="7e134164ebce8318" providerId="LiveId" clId="{FEE42FEC-DD66-4AFC-B323-9F66E42E48CE}" dt="2025-06-18T01:59:59.624" v="7933" actId="1076"/>
          <ac:spMkLst>
            <pc:docMk/>
            <pc:sldMk cId="3695383438" sldId="274"/>
            <ac:spMk id="184" creationId="{E29EE334-7EE1-45C7-BE15-F130931C0C44}"/>
          </ac:spMkLst>
        </pc:spChg>
        <pc:spChg chg="add mod">
          <ac:chgData name="士衡 曹" userId="7e134164ebce8318" providerId="LiveId" clId="{FEE42FEC-DD66-4AFC-B323-9F66E42E48CE}" dt="2025-06-18T01:59:59.624" v="7933" actId="1076"/>
          <ac:spMkLst>
            <pc:docMk/>
            <pc:sldMk cId="3695383438" sldId="274"/>
            <ac:spMk id="185" creationId="{D1B22DEB-DC68-4562-B853-E32B41B79B5E}"/>
          </ac:spMkLst>
        </pc:spChg>
        <pc:spChg chg="add mod">
          <ac:chgData name="士衡 曹" userId="7e134164ebce8318" providerId="LiveId" clId="{FEE42FEC-DD66-4AFC-B323-9F66E42E48CE}" dt="2025-06-18T01:59:59.624" v="7933" actId="1076"/>
          <ac:spMkLst>
            <pc:docMk/>
            <pc:sldMk cId="3695383438" sldId="274"/>
            <ac:spMk id="186" creationId="{D7F2E6D0-4AEA-4A2D-A7A6-B1812B0219E5}"/>
          </ac:spMkLst>
        </pc:spChg>
        <pc:spChg chg="add mod">
          <ac:chgData name="士衡 曹" userId="7e134164ebce8318" providerId="LiveId" clId="{FEE42FEC-DD66-4AFC-B323-9F66E42E48CE}" dt="2025-06-18T01:59:59.624" v="7933" actId="1076"/>
          <ac:spMkLst>
            <pc:docMk/>
            <pc:sldMk cId="3695383438" sldId="274"/>
            <ac:spMk id="187" creationId="{94277DD6-0734-4DC0-9FF6-63CD78719235}"/>
          </ac:spMkLst>
        </pc:spChg>
        <pc:spChg chg="add mod">
          <ac:chgData name="士衡 曹" userId="7e134164ebce8318" providerId="LiveId" clId="{FEE42FEC-DD66-4AFC-B323-9F66E42E48CE}" dt="2025-06-18T02:00:12.410" v="7935" actId="1076"/>
          <ac:spMkLst>
            <pc:docMk/>
            <pc:sldMk cId="3695383438" sldId="274"/>
            <ac:spMk id="197" creationId="{BBE245C6-1AB9-494D-866D-DA82C479349F}"/>
          </ac:spMkLst>
        </pc:spChg>
        <pc:spChg chg="add mod">
          <ac:chgData name="士衡 曹" userId="7e134164ebce8318" providerId="LiveId" clId="{FEE42FEC-DD66-4AFC-B323-9F66E42E48CE}" dt="2025-06-18T02:00:12.410" v="7935" actId="1076"/>
          <ac:spMkLst>
            <pc:docMk/>
            <pc:sldMk cId="3695383438" sldId="274"/>
            <ac:spMk id="198" creationId="{04DAEB5E-DF5E-4434-BF8E-8EBAC66684C8}"/>
          </ac:spMkLst>
        </pc:spChg>
        <pc:spChg chg="add mod">
          <ac:chgData name="士衡 曹" userId="7e134164ebce8318" providerId="LiveId" clId="{FEE42FEC-DD66-4AFC-B323-9F66E42E48CE}" dt="2025-06-18T01:59:41.772" v="7930" actId="1076"/>
          <ac:spMkLst>
            <pc:docMk/>
            <pc:sldMk cId="3695383438" sldId="274"/>
            <ac:spMk id="200" creationId="{784E34F9-9FB4-4396-9503-3D8BC534DC0A}"/>
          </ac:spMkLst>
        </pc:spChg>
        <pc:spChg chg="add mod">
          <ac:chgData name="士衡 曹" userId="7e134164ebce8318" providerId="LiveId" clId="{FEE42FEC-DD66-4AFC-B323-9F66E42E48CE}" dt="2025-06-18T01:59:59.624" v="7933" actId="1076"/>
          <ac:spMkLst>
            <pc:docMk/>
            <pc:sldMk cId="3695383438" sldId="274"/>
            <ac:spMk id="201" creationId="{C3EE0F43-E825-42A1-A1D8-D0C0DBDFD799}"/>
          </ac:spMkLst>
        </pc:spChg>
        <pc:spChg chg="add mod">
          <ac:chgData name="士衡 曹" userId="7e134164ebce8318" providerId="LiveId" clId="{FEE42FEC-DD66-4AFC-B323-9F66E42E48CE}" dt="2025-06-18T01:59:59.624" v="7933" actId="1076"/>
          <ac:spMkLst>
            <pc:docMk/>
            <pc:sldMk cId="3695383438" sldId="274"/>
            <ac:spMk id="211" creationId="{2E15AB43-FCE9-4CF4-96FA-53D58D463B1F}"/>
          </ac:spMkLst>
        </pc:spChg>
        <pc:spChg chg="add mod">
          <ac:chgData name="士衡 曹" userId="7e134164ebce8318" providerId="LiveId" clId="{FEE42FEC-DD66-4AFC-B323-9F66E42E48CE}" dt="2025-06-18T01:59:59.624" v="7933" actId="1076"/>
          <ac:spMkLst>
            <pc:docMk/>
            <pc:sldMk cId="3695383438" sldId="274"/>
            <ac:spMk id="212" creationId="{A0B38196-D8CB-4B56-AFCB-A3A2C4B08EC6}"/>
          </ac:spMkLst>
        </pc:spChg>
        <pc:spChg chg="add mod">
          <ac:chgData name="士衡 曹" userId="7e134164ebce8318" providerId="LiveId" clId="{FEE42FEC-DD66-4AFC-B323-9F66E42E48CE}" dt="2025-06-18T01:59:59.624" v="7933" actId="1076"/>
          <ac:spMkLst>
            <pc:docMk/>
            <pc:sldMk cId="3695383438" sldId="274"/>
            <ac:spMk id="213" creationId="{1F9A633C-28FA-4CC3-BF67-3F0BC47CA38E}"/>
          </ac:spMkLst>
        </pc:spChg>
        <pc:spChg chg="add mod">
          <ac:chgData name="士衡 曹" userId="7e134164ebce8318" providerId="LiveId" clId="{FEE42FEC-DD66-4AFC-B323-9F66E42E48CE}" dt="2025-06-18T01:59:59.624" v="7933" actId="1076"/>
          <ac:spMkLst>
            <pc:docMk/>
            <pc:sldMk cId="3695383438" sldId="274"/>
            <ac:spMk id="214" creationId="{FDC940E2-579E-46C6-B945-54D7323FA5BA}"/>
          </ac:spMkLst>
        </pc:spChg>
        <pc:spChg chg="add mod">
          <ac:chgData name="士衡 曹" userId="7e134164ebce8318" providerId="LiveId" clId="{FEE42FEC-DD66-4AFC-B323-9F66E42E48CE}" dt="2025-06-18T01:59:59.624" v="7933" actId="1076"/>
          <ac:spMkLst>
            <pc:docMk/>
            <pc:sldMk cId="3695383438" sldId="274"/>
            <ac:spMk id="215" creationId="{7DAB9DEA-6D39-45B3-8ADD-198DC6832907}"/>
          </ac:spMkLst>
        </pc:spChg>
        <pc:spChg chg="add mod">
          <ac:chgData name="士衡 曹" userId="7e134164ebce8318" providerId="LiveId" clId="{FEE42FEC-DD66-4AFC-B323-9F66E42E48CE}" dt="2025-06-18T01:59:59.624" v="7933" actId="1076"/>
          <ac:spMkLst>
            <pc:docMk/>
            <pc:sldMk cId="3695383438" sldId="274"/>
            <ac:spMk id="216" creationId="{66A36986-7F48-4CB6-9483-42D03C32C595}"/>
          </ac:spMkLst>
        </pc:spChg>
        <pc:spChg chg="add mod">
          <ac:chgData name="士衡 曹" userId="7e134164ebce8318" providerId="LiveId" clId="{FEE42FEC-DD66-4AFC-B323-9F66E42E48CE}" dt="2025-06-18T01:59:59.624" v="7933" actId="1076"/>
          <ac:spMkLst>
            <pc:docMk/>
            <pc:sldMk cId="3695383438" sldId="274"/>
            <ac:spMk id="217" creationId="{7DC8A7C4-4C87-4F97-930B-1E60EB30C6AC}"/>
          </ac:spMkLst>
        </pc:spChg>
        <pc:spChg chg="add mod">
          <ac:chgData name="士衡 曹" userId="7e134164ebce8318" providerId="LiveId" clId="{FEE42FEC-DD66-4AFC-B323-9F66E42E48CE}" dt="2025-06-18T01:59:59.624" v="7933" actId="1076"/>
          <ac:spMkLst>
            <pc:docMk/>
            <pc:sldMk cId="3695383438" sldId="274"/>
            <ac:spMk id="218" creationId="{859C1C07-5272-4F46-A1C1-0CEB4DB6C688}"/>
          </ac:spMkLst>
        </pc:spChg>
        <pc:spChg chg="add mod">
          <ac:chgData name="士衡 曹" userId="7e134164ebce8318" providerId="LiveId" clId="{FEE42FEC-DD66-4AFC-B323-9F66E42E48CE}" dt="2025-06-18T01:59:59.624" v="7933" actId="1076"/>
          <ac:spMkLst>
            <pc:docMk/>
            <pc:sldMk cId="3695383438" sldId="274"/>
            <ac:spMk id="220" creationId="{33C47B71-51D0-4937-9C6B-989E031000E3}"/>
          </ac:spMkLst>
        </pc:spChg>
        <pc:spChg chg="add mod">
          <ac:chgData name="士衡 曹" userId="7e134164ebce8318" providerId="LiveId" clId="{FEE42FEC-DD66-4AFC-B323-9F66E42E48CE}" dt="2025-06-18T01:59:59.624" v="7933" actId="1076"/>
          <ac:spMkLst>
            <pc:docMk/>
            <pc:sldMk cId="3695383438" sldId="274"/>
            <ac:spMk id="230" creationId="{C03597B4-1528-489B-AEC7-955CFFCE09D9}"/>
          </ac:spMkLst>
        </pc:spChg>
        <pc:spChg chg="add mod">
          <ac:chgData name="士衡 曹" userId="7e134164ebce8318" providerId="LiveId" clId="{FEE42FEC-DD66-4AFC-B323-9F66E42E48CE}" dt="2025-06-18T01:59:59.624" v="7933" actId="1076"/>
          <ac:spMkLst>
            <pc:docMk/>
            <pc:sldMk cId="3695383438" sldId="274"/>
            <ac:spMk id="231" creationId="{5AB89B6C-000E-402E-A0F0-FCA3DEF20CAA}"/>
          </ac:spMkLst>
        </pc:spChg>
        <pc:spChg chg="add mod">
          <ac:chgData name="士衡 曹" userId="7e134164ebce8318" providerId="LiveId" clId="{FEE42FEC-DD66-4AFC-B323-9F66E42E48CE}" dt="2025-06-18T01:59:59.624" v="7933" actId="1076"/>
          <ac:spMkLst>
            <pc:docMk/>
            <pc:sldMk cId="3695383438" sldId="274"/>
            <ac:spMk id="232" creationId="{C8976AFF-B145-4540-852E-BFB696943C9B}"/>
          </ac:spMkLst>
        </pc:spChg>
        <pc:spChg chg="add mod">
          <ac:chgData name="士衡 曹" userId="7e134164ebce8318" providerId="LiveId" clId="{FEE42FEC-DD66-4AFC-B323-9F66E42E48CE}" dt="2025-06-18T01:59:59.624" v="7933" actId="1076"/>
          <ac:spMkLst>
            <pc:docMk/>
            <pc:sldMk cId="3695383438" sldId="274"/>
            <ac:spMk id="233" creationId="{42F87E73-F9DF-4A39-8B47-18F29DFBD646}"/>
          </ac:spMkLst>
        </pc:spChg>
        <pc:spChg chg="add mod">
          <ac:chgData name="士衡 曹" userId="7e134164ebce8318" providerId="LiveId" clId="{FEE42FEC-DD66-4AFC-B323-9F66E42E48CE}" dt="2025-06-18T02:00:12.410" v="7935" actId="1076"/>
          <ac:spMkLst>
            <pc:docMk/>
            <pc:sldMk cId="3695383438" sldId="274"/>
            <ac:spMk id="234" creationId="{DB448187-6C8A-42F7-9218-BD31F2B92FCE}"/>
          </ac:spMkLst>
        </pc:spChg>
        <pc:spChg chg="add mod">
          <ac:chgData name="士衡 曹" userId="7e134164ebce8318" providerId="LiveId" clId="{FEE42FEC-DD66-4AFC-B323-9F66E42E48CE}" dt="2025-06-18T02:00:12.410" v="7935" actId="1076"/>
          <ac:spMkLst>
            <pc:docMk/>
            <pc:sldMk cId="3695383438" sldId="274"/>
            <ac:spMk id="235" creationId="{A9FDF9D4-87BF-484E-8D6B-4282A744E009}"/>
          </ac:spMkLst>
        </pc:spChg>
        <pc:spChg chg="add mod">
          <ac:chgData name="士衡 曹" userId="7e134164ebce8318" providerId="LiveId" clId="{FEE42FEC-DD66-4AFC-B323-9F66E42E48CE}" dt="2025-06-18T02:00:12.410" v="7935" actId="1076"/>
          <ac:spMkLst>
            <pc:docMk/>
            <pc:sldMk cId="3695383438" sldId="274"/>
            <ac:spMk id="236" creationId="{2D5658FA-5D1B-4052-B2A7-2F171B94EDF2}"/>
          </ac:spMkLst>
        </pc:spChg>
        <pc:spChg chg="add mod">
          <ac:chgData name="士衡 曹" userId="7e134164ebce8318" providerId="LiveId" clId="{FEE42FEC-DD66-4AFC-B323-9F66E42E48CE}" dt="2025-06-18T02:00:17.216" v="7937" actId="14100"/>
          <ac:spMkLst>
            <pc:docMk/>
            <pc:sldMk cId="3695383438" sldId="274"/>
            <ac:spMk id="237" creationId="{435699C7-A718-4A88-9A11-F77C528FC79B}"/>
          </ac:spMkLst>
        </pc:spChg>
        <pc:cxnChg chg="add mod">
          <ac:chgData name="士衡 曹" userId="7e134164ebce8318" providerId="LiveId" clId="{FEE42FEC-DD66-4AFC-B323-9F66E42E48CE}" dt="2025-06-18T01:59:59.624" v="7933" actId="1076"/>
          <ac:cxnSpMkLst>
            <pc:docMk/>
            <pc:sldMk cId="3695383438" sldId="274"/>
            <ac:cxnSpMk id="3" creationId="{D8F38517-6C44-4C8C-8661-0297FA7D8474}"/>
          </ac:cxnSpMkLst>
        </pc:cxnChg>
        <pc:cxnChg chg="add mod">
          <ac:chgData name="士衡 曹" userId="7e134164ebce8318" providerId="LiveId" clId="{FEE42FEC-DD66-4AFC-B323-9F66E42E48CE}" dt="2025-06-18T01:59:59.624" v="7933" actId="1076"/>
          <ac:cxnSpMkLst>
            <pc:docMk/>
            <pc:sldMk cId="3695383438" sldId="274"/>
            <ac:cxnSpMk id="7" creationId="{30B9F891-85A6-44D7-B7B8-6874BF2E6F37}"/>
          </ac:cxnSpMkLst>
        </pc:cxnChg>
        <pc:cxnChg chg="add mod">
          <ac:chgData name="士衡 曹" userId="7e134164ebce8318" providerId="LiveId" clId="{FEE42FEC-DD66-4AFC-B323-9F66E42E48CE}" dt="2025-06-18T01:59:59.624" v="7933" actId="1076"/>
          <ac:cxnSpMkLst>
            <pc:docMk/>
            <pc:sldMk cId="3695383438" sldId="274"/>
            <ac:cxnSpMk id="8" creationId="{7DC7C9BF-A6A3-4CB9-B522-62562C3B3878}"/>
          </ac:cxnSpMkLst>
        </pc:cxnChg>
        <pc:cxnChg chg="add mod">
          <ac:chgData name="士衡 曹" userId="7e134164ebce8318" providerId="LiveId" clId="{FEE42FEC-DD66-4AFC-B323-9F66E42E48CE}" dt="2025-06-18T01:59:59.624" v="7933" actId="1076"/>
          <ac:cxnSpMkLst>
            <pc:docMk/>
            <pc:sldMk cId="3695383438" sldId="274"/>
            <ac:cxnSpMk id="141" creationId="{126DADD8-EFF4-4FB2-A933-9F00976F69AB}"/>
          </ac:cxnSpMkLst>
        </pc:cxnChg>
        <pc:cxnChg chg="add mod">
          <ac:chgData name="士衡 曹" userId="7e134164ebce8318" providerId="LiveId" clId="{FEE42FEC-DD66-4AFC-B323-9F66E42E48CE}" dt="2025-06-18T01:59:59.624" v="7933" actId="1076"/>
          <ac:cxnSpMkLst>
            <pc:docMk/>
            <pc:sldMk cId="3695383438" sldId="274"/>
            <ac:cxnSpMk id="170" creationId="{34C6EA66-5EF8-4B08-B50E-550D0588A128}"/>
          </ac:cxnSpMkLst>
        </pc:cxnChg>
      </pc:sldChg>
      <pc:sldChg chg="addSp delSp modSp new mod modNotesTx">
        <pc:chgData name="士衡 曹" userId="7e134164ebce8318" providerId="LiveId" clId="{FEE42FEC-DD66-4AFC-B323-9F66E42E48CE}" dt="2025-06-18T08:47:17.476" v="9373" actId="20577"/>
        <pc:sldMkLst>
          <pc:docMk/>
          <pc:sldMk cId="2634538978" sldId="275"/>
        </pc:sldMkLst>
        <pc:spChg chg="mod">
          <ac:chgData name="士衡 曹" userId="7e134164ebce8318" providerId="LiveId" clId="{FEE42FEC-DD66-4AFC-B323-9F66E42E48CE}" dt="2025-06-13T07:09:04.110" v="4457" actId="113"/>
          <ac:spMkLst>
            <pc:docMk/>
            <pc:sldMk cId="2634538978" sldId="275"/>
            <ac:spMk id="2" creationId="{2E35A5E2-DCF2-49DE-98A8-461349570A56}"/>
          </ac:spMkLst>
        </pc:spChg>
        <pc:spChg chg="add mod">
          <ac:chgData name="士衡 曹" userId="7e134164ebce8318" providerId="LiveId" clId="{FEE42FEC-DD66-4AFC-B323-9F66E42E48CE}" dt="2025-06-18T08:47:17.476" v="9373" actId="20577"/>
          <ac:spMkLst>
            <pc:docMk/>
            <pc:sldMk cId="2634538978" sldId="275"/>
            <ac:spMk id="6" creationId="{E73C8BA5-9B38-4A47-9808-200F21A6FE3F}"/>
          </ac:spMkLst>
        </pc:spChg>
        <pc:spChg chg="add mod">
          <ac:chgData name="士衡 曹" userId="7e134164ebce8318" providerId="LiveId" clId="{FEE42FEC-DD66-4AFC-B323-9F66E42E48CE}" dt="2025-06-11T07:10:00.377" v="1636" actId="1076"/>
          <ac:spMkLst>
            <pc:docMk/>
            <pc:sldMk cId="2634538978" sldId="275"/>
            <ac:spMk id="15" creationId="{278FDBFB-7181-4CCE-8531-B2D66EB50C95}"/>
          </ac:spMkLst>
        </pc:spChg>
        <pc:spChg chg="add mod">
          <ac:chgData name="士衡 曹" userId="7e134164ebce8318" providerId="LiveId" clId="{FEE42FEC-DD66-4AFC-B323-9F66E42E48CE}" dt="2025-06-11T07:10:00.377" v="1636" actId="1076"/>
          <ac:spMkLst>
            <pc:docMk/>
            <pc:sldMk cId="2634538978" sldId="275"/>
            <ac:spMk id="16" creationId="{D86CB2A6-D95A-48BE-91C1-D7DBAAD97463}"/>
          </ac:spMkLst>
        </pc:spChg>
        <pc:spChg chg="add mod">
          <ac:chgData name="士衡 曹" userId="7e134164ebce8318" providerId="LiveId" clId="{FEE42FEC-DD66-4AFC-B323-9F66E42E48CE}" dt="2025-06-11T07:10:00.377" v="1636" actId="1076"/>
          <ac:spMkLst>
            <pc:docMk/>
            <pc:sldMk cId="2634538978" sldId="275"/>
            <ac:spMk id="17" creationId="{1F34DE25-A6E9-4AA2-AF2B-7F7717914BCF}"/>
          </ac:spMkLst>
        </pc:spChg>
        <pc:spChg chg="add mod">
          <ac:chgData name="士衡 曹" userId="7e134164ebce8318" providerId="LiveId" clId="{FEE42FEC-DD66-4AFC-B323-9F66E42E48CE}" dt="2025-06-11T07:10:00.377" v="1636" actId="1076"/>
          <ac:spMkLst>
            <pc:docMk/>
            <pc:sldMk cId="2634538978" sldId="275"/>
            <ac:spMk id="18" creationId="{771522A8-C09C-43E3-ACB3-F5A431D5D18C}"/>
          </ac:spMkLst>
        </pc:spChg>
        <pc:spChg chg="add mod">
          <ac:chgData name="士衡 曹" userId="7e134164ebce8318" providerId="LiveId" clId="{FEE42FEC-DD66-4AFC-B323-9F66E42E48CE}" dt="2025-06-11T07:10:00.377" v="1636" actId="1076"/>
          <ac:spMkLst>
            <pc:docMk/>
            <pc:sldMk cId="2634538978" sldId="275"/>
            <ac:spMk id="19" creationId="{3E866DBA-9968-4203-9EE1-3B433AFB6E21}"/>
          </ac:spMkLst>
        </pc:spChg>
        <pc:spChg chg="add mod">
          <ac:chgData name="士衡 曹" userId="7e134164ebce8318" providerId="LiveId" clId="{FEE42FEC-DD66-4AFC-B323-9F66E42E48CE}" dt="2025-06-11T07:10:00.377" v="1636" actId="1076"/>
          <ac:spMkLst>
            <pc:docMk/>
            <pc:sldMk cId="2634538978" sldId="275"/>
            <ac:spMk id="20" creationId="{7A55FCE6-C0D9-43BD-A706-7078624E8BBE}"/>
          </ac:spMkLst>
        </pc:spChg>
        <pc:spChg chg="add mod">
          <ac:chgData name="士衡 曹" userId="7e134164ebce8318" providerId="LiveId" clId="{FEE42FEC-DD66-4AFC-B323-9F66E42E48CE}" dt="2025-06-11T07:10:00.377" v="1636" actId="1076"/>
          <ac:spMkLst>
            <pc:docMk/>
            <pc:sldMk cId="2634538978" sldId="275"/>
            <ac:spMk id="21" creationId="{C7C7096B-AC76-4748-9E2A-AF5E18B40256}"/>
          </ac:spMkLst>
        </pc:spChg>
        <pc:spChg chg="add mod">
          <ac:chgData name="士衡 曹" userId="7e134164ebce8318" providerId="LiveId" clId="{FEE42FEC-DD66-4AFC-B323-9F66E42E48CE}" dt="2025-06-11T07:10:00.377" v="1636" actId="1076"/>
          <ac:spMkLst>
            <pc:docMk/>
            <pc:sldMk cId="2634538978" sldId="275"/>
            <ac:spMk id="22" creationId="{EA623B23-8085-4B32-8A2B-86C15E390280}"/>
          </ac:spMkLst>
        </pc:spChg>
        <pc:spChg chg="add mod">
          <ac:chgData name="士衡 曹" userId="7e134164ebce8318" providerId="LiveId" clId="{FEE42FEC-DD66-4AFC-B323-9F66E42E48CE}" dt="2025-06-11T07:10:00.377" v="1636" actId="1076"/>
          <ac:spMkLst>
            <pc:docMk/>
            <pc:sldMk cId="2634538978" sldId="275"/>
            <ac:spMk id="26" creationId="{596C2AC5-835E-41F0-A684-8FC236FDE778}"/>
          </ac:spMkLst>
        </pc:spChg>
        <pc:spChg chg="add mod">
          <ac:chgData name="士衡 曹" userId="7e134164ebce8318" providerId="LiveId" clId="{FEE42FEC-DD66-4AFC-B323-9F66E42E48CE}" dt="2025-06-11T07:10:00.377" v="1636" actId="1076"/>
          <ac:spMkLst>
            <pc:docMk/>
            <pc:sldMk cId="2634538978" sldId="275"/>
            <ac:spMk id="27" creationId="{7FB22BEB-479E-4D70-BA30-D3509084505E}"/>
          </ac:spMkLst>
        </pc:spChg>
        <pc:spChg chg="add mod">
          <ac:chgData name="士衡 曹" userId="7e134164ebce8318" providerId="LiveId" clId="{FEE42FEC-DD66-4AFC-B323-9F66E42E48CE}" dt="2025-06-11T07:10:00.377" v="1636" actId="1076"/>
          <ac:spMkLst>
            <pc:docMk/>
            <pc:sldMk cId="2634538978" sldId="275"/>
            <ac:spMk id="28" creationId="{9B63FF30-0130-4ADB-B8E4-631DE3A559F7}"/>
          </ac:spMkLst>
        </pc:spChg>
        <pc:spChg chg="add mod">
          <ac:chgData name="士衡 曹" userId="7e134164ebce8318" providerId="LiveId" clId="{FEE42FEC-DD66-4AFC-B323-9F66E42E48CE}" dt="2025-06-11T07:10:00.377" v="1636" actId="1076"/>
          <ac:spMkLst>
            <pc:docMk/>
            <pc:sldMk cId="2634538978" sldId="275"/>
            <ac:spMk id="29" creationId="{78F17177-82FA-47EF-9B74-F7E2C5C17B75}"/>
          </ac:spMkLst>
        </pc:spChg>
        <pc:spChg chg="add mod">
          <ac:chgData name="士衡 曹" userId="7e134164ebce8318" providerId="LiveId" clId="{FEE42FEC-DD66-4AFC-B323-9F66E42E48CE}" dt="2025-06-11T07:10:00.377" v="1636" actId="1076"/>
          <ac:spMkLst>
            <pc:docMk/>
            <pc:sldMk cId="2634538978" sldId="275"/>
            <ac:spMk id="30" creationId="{AF671477-832F-4FA6-816B-9A45EC5F9ECF}"/>
          </ac:spMkLst>
        </pc:spChg>
        <pc:spChg chg="add mod">
          <ac:chgData name="士衡 曹" userId="7e134164ebce8318" providerId="LiveId" clId="{FEE42FEC-DD66-4AFC-B323-9F66E42E48CE}" dt="2025-06-11T07:10:00.377" v="1636" actId="1076"/>
          <ac:spMkLst>
            <pc:docMk/>
            <pc:sldMk cId="2634538978" sldId="275"/>
            <ac:spMk id="31" creationId="{C42E4775-9287-4D56-B9AE-5FA3058A573D}"/>
          </ac:spMkLst>
        </pc:spChg>
        <pc:spChg chg="add mod">
          <ac:chgData name="士衡 曹" userId="7e134164ebce8318" providerId="LiveId" clId="{FEE42FEC-DD66-4AFC-B323-9F66E42E48CE}" dt="2025-06-11T07:10:00.377" v="1636" actId="1076"/>
          <ac:spMkLst>
            <pc:docMk/>
            <pc:sldMk cId="2634538978" sldId="275"/>
            <ac:spMk id="32" creationId="{BACB0B3F-A521-416F-B7D2-1C056EBB19BC}"/>
          </ac:spMkLst>
        </pc:spChg>
        <pc:spChg chg="add mod">
          <ac:chgData name="士衡 曹" userId="7e134164ebce8318" providerId="LiveId" clId="{FEE42FEC-DD66-4AFC-B323-9F66E42E48CE}" dt="2025-06-11T07:10:00.377" v="1636" actId="1076"/>
          <ac:spMkLst>
            <pc:docMk/>
            <pc:sldMk cId="2634538978" sldId="275"/>
            <ac:spMk id="33" creationId="{EBD5F220-4F5F-4675-BE60-F08DCD19C856}"/>
          </ac:spMkLst>
        </pc:spChg>
        <pc:spChg chg="add mod">
          <ac:chgData name="士衡 曹" userId="7e134164ebce8318" providerId="LiveId" clId="{FEE42FEC-DD66-4AFC-B323-9F66E42E48CE}" dt="2025-06-11T07:10:00.377" v="1636" actId="1076"/>
          <ac:spMkLst>
            <pc:docMk/>
            <pc:sldMk cId="2634538978" sldId="275"/>
            <ac:spMk id="34" creationId="{9686544D-11C4-49E3-973C-D1D0CCAA2366}"/>
          </ac:spMkLst>
        </pc:spChg>
        <pc:spChg chg="add mod">
          <ac:chgData name="士衡 曹" userId="7e134164ebce8318" providerId="LiveId" clId="{FEE42FEC-DD66-4AFC-B323-9F66E42E48CE}" dt="2025-06-11T07:10:00.377" v="1636" actId="1076"/>
          <ac:spMkLst>
            <pc:docMk/>
            <pc:sldMk cId="2634538978" sldId="275"/>
            <ac:spMk id="35" creationId="{FE6F02D9-1158-403A-8657-CC34B4F7E772}"/>
          </ac:spMkLst>
        </pc:spChg>
        <pc:spChg chg="add mod">
          <ac:chgData name="士衡 曹" userId="7e134164ebce8318" providerId="LiveId" clId="{FEE42FEC-DD66-4AFC-B323-9F66E42E48CE}" dt="2025-06-11T07:10:00.377" v="1636" actId="1076"/>
          <ac:spMkLst>
            <pc:docMk/>
            <pc:sldMk cId="2634538978" sldId="275"/>
            <ac:spMk id="36" creationId="{F7CEF86F-3C4D-49D1-8842-26A3B18F6FDC}"/>
          </ac:spMkLst>
        </pc:spChg>
        <pc:spChg chg="add mod">
          <ac:chgData name="士衡 曹" userId="7e134164ebce8318" providerId="LiveId" clId="{FEE42FEC-DD66-4AFC-B323-9F66E42E48CE}" dt="2025-06-11T07:10:00.377" v="1636" actId="1076"/>
          <ac:spMkLst>
            <pc:docMk/>
            <pc:sldMk cId="2634538978" sldId="275"/>
            <ac:spMk id="37" creationId="{3C31950E-11CF-4867-8A18-70A3C9542E61}"/>
          </ac:spMkLst>
        </pc:spChg>
        <pc:spChg chg="add mod">
          <ac:chgData name="士衡 曹" userId="7e134164ebce8318" providerId="LiveId" clId="{FEE42FEC-DD66-4AFC-B323-9F66E42E48CE}" dt="2025-06-11T07:10:00.377" v="1636" actId="1076"/>
          <ac:spMkLst>
            <pc:docMk/>
            <pc:sldMk cId="2634538978" sldId="275"/>
            <ac:spMk id="38" creationId="{B4ED5868-673E-4263-A765-CB604978F6FF}"/>
          </ac:spMkLst>
        </pc:spChg>
        <pc:spChg chg="add mod">
          <ac:chgData name="士衡 曹" userId="7e134164ebce8318" providerId="LiveId" clId="{FEE42FEC-DD66-4AFC-B323-9F66E42E48CE}" dt="2025-06-11T07:10:00.377" v="1636" actId="1076"/>
          <ac:spMkLst>
            <pc:docMk/>
            <pc:sldMk cId="2634538978" sldId="275"/>
            <ac:spMk id="39" creationId="{04D50D27-CC1B-4096-817E-AFCC62218F9A}"/>
          </ac:spMkLst>
        </pc:spChg>
        <pc:spChg chg="add mod">
          <ac:chgData name="士衡 曹" userId="7e134164ebce8318" providerId="LiveId" clId="{FEE42FEC-DD66-4AFC-B323-9F66E42E48CE}" dt="2025-06-11T07:10:00.377" v="1636" actId="1076"/>
          <ac:spMkLst>
            <pc:docMk/>
            <pc:sldMk cId="2634538978" sldId="275"/>
            <ac:spMk id="40" creationId="{CD0DC5E9-70D2-42E1-9AD1-CE119F0F3F33}"/>
          </ac:spMkLst>
        </pc:spChg>
        <pc:spChg chg="add mod">
          <ac:chgData name="士衡 曹" userId="7e134164ebce8318" providerId="LiveId" clId="{FEE42FEC-DD66-4AFC-B323-9F66E42E48CE}" dt="2025-06-11T07:10:00.377" v="1636" actId="1076"/>
          <ac:spMkLst>
            <pc:docMk/>
            <pc:sldMk cId="2634538978" sldId="275"/>
            <ac:spMk id="41" creationId="{1170D531-C527-4D7A-8751-E870A3B34F08}"/>
          </ac:spMkLst>
        </pc:spChg>
        <pc:spChg chg="add mod">
          <ac:chgData name="士衡 曹" userId="7e134164ebce8318" providerId="LiveId" clId="{FEE42FEC-DD66-4AFC-B323-9F66E42E48CE}" dt="2025-06-11T07:10:00.377" v="1636" actId="1076"/>
          <ac:spMkLst>
            <pc:docMk/>
            <pc:sldMk cId="2634538978" sldId="275"/>
            <ac:spMk id="42" creationId="{21AEFCD6-A1CF-4DC6-B41A-E1EE0BE79AFB}"/>
          </ac:spMkLst>
        </pc:spChg>
        <pc:spChg chg="add mod">
          <ac:chgData name="士衡 曹" userId="7e134164ebce8318" providerId="LiveId" clId="{FEE42FEC-DD66-4AFC-B323-9F66E42E48CE}" dt="2025-06-11T07:10:00.377" v="1636" actId="1076"/>
          <ac:spMkLst>
            <pc:docMk/>
            <pc:sldMk cId="2634538978" sldId="275"/>
            <ac:spMk id="43" creationId="{707D1AA2-5FED-45F6-9874-DC34DD59958A}"/>
          </ac:spMkLst>
        </pc:spChg>
        <pc:spChg chg="add mod">
          <ac:chgData name="士衡 曹" userId="7e134164ebce8318" providerId="LiveId" clId="{FEE42FEC-DD66-4AFC-B323-9F66E42E48CE}" dt="2025-06-13T07:08:13.310" v="4452" actId="553"/>
          <ac:spMkLst>
            <pc:docMk/>
            <pc:sldMk cId="2634538978" sldId="275"/>
            <ac:spMk id="44" creationId="{9710963E-712A-47B6-8603-6CDC141FBB7C}"/>
          </ac:spMkLst>
        </pc:spChg>
        <pc:spChg chg="add mod">
          <ac:chgData name="士衡 曹" userId="7e134164ebce8318" providerId="LiveId" clId="{FEE42FEC-DD66-4AFC-B323-9F66E42E48CE}" dt="2025-06-13T07:08:13.310" v="4452" actId="553"/>
          <ac:spMkLst>
            <pc:docMk/>
            <pc:sldMk cId="2634538978" sldId="275"/>
            <ac:spMk id="45" creationId="{CACE578F-9C08-4EC3-A6EE-D2631B01A795}"/>
          </ac:spMkLst>
        </pc:spChg>
        <pc:spChg chg="add mod">
          <ac:chgData name="士衡 曹" userId="7e134164ebce8318" providerId="LiveId" clId="{FEE42FEC-DD66-4AFC-B323-9F66E42E48CE}" dt="2025-06-11T07:10:00.377" v="1636" actId="1076"/>
          <ac:spMkLst>
            <pc:docMk/>
            <pc:sldMk cId="2634538978" sldId="275"/>
            <ac:spMk id="46" creationId="{1E79C5AA-D8B5-4122-BFA6-C9701A46CFB9}"/>
          </ac:spMkLst>
        </pc:spChg>
        <pc:spChg chg="add mod">
          <ac:chgData name="士衡 曹" userId="7e134164ebce8318" providerId="LiveId" clId="{FEE42FEC-DD66-4AFC-B323-9F66E42E48CE}" dt="2025-06-11T07:10:21.913" v="1641" actId="1076"/>
          <ac:spMkLst>
            <pc:docMk/>
            <pc:sldMk cId="2634538978" sldId="275"/>
            <ac:spMk id="47" creationId="{25252B15-4634-4F09-A90C-AAEEC14BBE9F}"/>
          </ac:spMkLst>
        </pc:spChg>
        <pc:spChg chg="add mod">
          <ac:chgData name="士衡 曹" userId="7e134164ebce8318" providerId="LiveId" clId="{FEE42FEC-DD66-4AFC-B323-9F66E42E48CE}" dt="2025-06-17T07:19:11.127" v="6736" actId="1076"/>
          <ac:spMkLst>
            <pc:docMk/>
            <pc:sldMk cId="2634538978" sldId="275"/>
            <ac:spMk id="48" creationId="{E074F88E-FE08-4AB3-90D3-2ADF4370BA01}"/>
          </ac:spMkLst>
        </pc:spChg>
        <pc:spChg chg="add mod">
          <ac:chgData name="士衡 曹" userId="7e134164ebce8318" providerId="LiveId" clId="{FEE42FEC-DD66-4AFC-B323-9F66E42E48CE}" dt="2025-06-11T07:16:45.779" v="1656" actId="1076"/>
          <ac:spMkLst>
            <pc:docMk/>
            <pc:sldMk cId="2634538978" sldId="275"/>
            <ac:spMk id="49" creationId="{1067946E-A74C-4779-95CD-537A6B8C09C2}"/>
          </ac:spMkLst>
        </pc:spChg>
        <pc:spChg chg="add mod">
          <ac:chgData name="士衡 曹" userId="7e134164ebce8318" providerId="LiveId" clId="{FEE42FEC-DD66-4AFC-B323-9F66E42E48CE}" dt="2025-06-11T07:10:21.913" v="1641" actId="1076"/>
          <ac:spMkLst>
            <pc:docMk/>
            <pc:sldMk cId="2634538978" sldId="275"/>
            <ac:spMk id="50" creationId="{EEAE9692-2F79-456C-9C5A-412DB738BBC8}"/>
          </ac:spMkLst>
        </pc:spChg>
        <pc:spChg chg="add mod">
          <ac:chgData name="士衡 曹" userId="7e134164ebce8318" providerId="LiveId" clId="{FEE42FEC-DD66-4AFC-B323-9F66E42E48CE}" dt="2025-06-13T07:08:13.310" v="4452" actId="553"/>
          <ac:spMkLst>
            <pc:docMk/>
            <pc:sldMk cId="2634538978" sldId="275"/>
            <ac:spMk id="51" creationId="{2A32AC0E-6099-47B2-A5B5-49C0A95315D9}"/>
          </ac:spMkLst>
        </pc:spChg>
        <pc:spChg chg="add mod">
          <ac:chgData name="士衡 曹" userId="7e134164ebce8318" providerId="LiveId" clId="{FEE42FEC-DD66-4AFC-B323-9F66E42E48CE}" dt="2025-06-13T07:08:13.310" v="4452" actId="553"/>
          <ac:spMkLst>
            <pc:docMk/>
            <pc:sldMk cId="2634538978" sldId="275"/>
            <ac:spMk id="52" creationId="{63A0ADBC-E50E-4151-933B-E59EF1B58591}"/>
          </ac:spMkLst>
        </pc:spChg>
        <pc:spChg chg="add mod">
          <ac:chgData name="士衡 曹" userId="7e134164ebce8318" providerId="LiveId" clId="{FEE42FEC-DD66-4AFC-B323-9F66E42E48CE}" dt="2025-06-11T07:16:45.779" v="1656" actId="1076"/>
          <ac:spMkLst>
            <pc:docMk/>
            <pc:sldMk cId="2634538978" sldId="275"/>
            <ac:spMk id="53" creationId="{5CC30A04-23DA-4B1A-8F80-91D25C90FDA9}"/>
          </ac:spMkLst>
        </pc:spChg>
        <pc:spChg chg="add mod">
          <ac:chgData name="士衡 曹" userId="7e134164ebce8318" providerId="LiveId" clId="{FEE42FEC-DD66-4AFC-B323-9F66E42E48CE}" dt="2025-06-11T07:16:45.779" v="1656" actId="1076"/>
          <ac:spMkLst>
            <pc:docMk/>
            <pc:sldMk cId="2634538978" sldId="275"/>
            <ac:spMk id="54" creationId="{84D9B85B-B287-48EC-A650-711799D8954A}"/>
          </ac:spMkLst>
        </pc:spChg>
        <pc:spChg chg="add mod">
          <ac:chgData name="士衡 曹" userId="7e134164ebce8318" providerId="LiveId" clId="{FEE42FEC-DD66-4AFC-B323-9F66E42E48CE}" dt="2025-06-11T07:16:45.779" v="1656" actId="1076"/>
          <ac:spMkLst>
            <pc:docMk/>
            <pc:sldMk cId="2634538978" sldId="275"/>
            <ac:spMk id="55" creationId="{9257D862-B372-44CA-AAFB-C6FA50689837}"/>
          </ac:spMkLst>
        </pc:spChg>
        <pc:spChg chg="add mod">
          <ac:chgData name="士衡 曹" userId="7e134164ebce8318" providerId="LiveId" clId="{FEE42FEC-DD66-4AFC-B323-9F66E42E48CE}" dt="2025-06-11T07:16:45.779" v="1656" actId="1076"/>
          <ac:spMkLst>
            <pc:docMk/>
            <pc:sldMk cId="2634538978" sldId="275"/>
            <ac:spMk id="56" creationId="{CE34880E-496C-482B-8D16-0860D8D2AB9A}"/>
          </ac:spMkLst>
        </pc:spChg>
        <pc:spChg chg="add mod">
          <ac:chgData name="士衡 曹" userId="7e134164ebce8318" providerId="LiveId" clId="{FEE42FEC-DD66-4AFC-B323-9F66E42E48CE}" dt="2025-06-11T07:16:45.779" v="1656" actId="1076"/>
          <ac:spMkLst>
            <pc:docMk/>
            <pc:sldMk cId="2634538978" sldId="275"/>
            <ac:spMk id="57" creationId="{14077A18-51B6-479F-B97E-59D00B001F99}"/>
          </ac:spMkLst>
        </pc:spChg>
        <pc:spChg chg="add mod">
          <ac:chgData name="士衡 曹" userId="7e134164ebce8318" providerId="LiveId" clId="{FEE42FEC-DD66-4AFC-B323-9F66E42E48CE}" dt="2025-06-11T07:16:45.779" v="1656" actId="1076"/>
          <ac:spMkLst>
            <pc:docMk/>
            <pc:sldMk cId="2634538978" sldId="275"/>
            <ac:spMk id="58" creationId="{C8F829B8-582F-41BE-82DA-3EB023192CD4}"/>
          </ac:spMkLst>
        </pc:spChg>
        <pc:spChg chg="add mod">
          <ac:chgData name="士衡 曹" userId="7e134164ebce8318" providerId="LiveId" clId="{FEE42FEC-DD66-4AFC-B323-9F66E42E48CE}" dt="2025-06-11T07:10:00.377" v="1636" actId="1076"/>
          <ac:spMkLst>
            <pc:docMk/>
            <pc:sldMk cId="2634538978" sldId="275"/>
            <ac:spMk id="59" creationId="{DE9327D5-D269-4B61-9F09-37C5F04DDEDB}"/>
          </ac:spMkLst>
        </pc:spChg>
        <pc:spChg chg="add mod">
          <ac:chgData name="士衡 曹" userId="7e134164ebce8318" providerId="LiveId" clId="{FEE42FEC-DD66-4AFC-B323-9F66E42E48CE}" dt="2025-06-11T07:10:00.377" v="1636" actId="1076"/>
          <ac:spMkLst>
            <pc:docMk/>
            <pc:sldMk cId="2634538978" sldId="275"/>
            <ac:spMk id="60" creationId="{5D4797A1-405C-47A7-98C2-D667B819E22B}"/>
          </ac:spMkLst>
        </pc:spChg>
        <pc:spChg chg="add mod">
          <ac:chgData name="士衡 曹" userId="7e134164ebce8318" providerId="LiveId" clId="{FEE42FEC-DD66-4AFC-B323-9F66E42E48CE}" dt="2025-06-11T07:10:00.377" v="1636" actId="1076"/>
          <ac:spMkLst>
            <pc:docMk/>
            <pc:sldMk cId="2634538978" sldId="275"/>
            <ac:spMk id="61" creationId="{9693E125-B65D-4900-9D38-E9E8C6E91D3A}"/>
          </ac:spMkLst>
        </pc:spChg>
        <pc:spChg chg="add mod">
          <ac:chgData name="士衡 曹" userId="7e134164ebce8318" providerId="LiveId" clId="{FEE42FEC-DD66-4AFC-B323-9F66E42E48CE}" dt="2025-06-11T07:10:00.377" v="1636" actId="1076"/>
          <ac:spMkLst>
            <pc:docMk/>
            <pc:sldMk cId="2634538978" sldId="275"/>
            <ac:spMk id="62" creationId="{3B4FC3AC-5A67-4D4E-BCE0-3B5D9A4D4DC4}"/>
          </ac:spMkLst>
        </pc:spChg>
        <pc:spChg chg="add mod">
          <ac:chgData name="士衡 曹" userId="7e134164ebce8318" providerId="LiveId" clId="{FEE42FEC-DD66-4AFC-B323-9F66E42E48CE}" dt="2025-06-11T07:10:00.377" v="1636" actId="1076"/>
          <ac:spMkLst>
            <pc:docMk/>
            <pc:sldMk cId="2634538978" sldId="275"/>
            <ac:spMk id="63" creationId="{28A8F15D-1AED-4947-95D8-9F33532A24D3}"/>
          </ac:spMkLst>
        </pc:spChg>
        <pc:spChg chg="add mod">
          <ac:chgData name="士衡 曹" userId="7e134164ebce8318" providerId="LiveId" clId="{FEE42FEC-DD66-4AFC-B323-9F66E42E48CE}" dt="2025-06-11T07:10:00.377" v="1636" actId="1076"/>
          <ac:spMkLst>
            <pc:docMk/>
            <pc:sldMk cId="2634538978" sldId="275"/>
            <ac:spMk id="64" creationId="{AE5805F3-2CAC-4001-A009-94BDAA34F0F0}"/>
          </ac:spMkLst>
        </pc:spChg>
        <pc:spChg chg="add mod">
          <ac:chgData name="士衡 曹" userId="7e134164ebce8318" providerId="LiveId" clId="{FEE42FEC-DD66-4AFC-B323-9F66E42E48CE}" dt="2025-06-11T07:10:00.377" v="1636" actId="1076"/>
          <ac:spMkLst>
            <pc:docMk/>
            <pc:sldMk cId="2634538978" sldId="275"/>
            <ac:spMk id="65" creationId="{FB9283C3-F9E0-4F15-9445-8467742B82AC}"/>
          </ac:spMkLst>
        </pc:spChg>
        <pc:spChg chg="add mod">
          <ac:chgData name="士衡 曹" userId="7e134164ebce8318" providerId="LiveId" clId="{FEE42FEC-DD66-4AFC-B323-9F66E42E48CE}" dt="2025-06-11T07:10:00.377" v="1636" actId="1076"/>
          <ac:spMkLst>
            <pc:docMk/>
            <pc:sldMk cId="2634538978" sldId="275"/>
            <ac:spMk id="76" creationId="{EE310E9B-4C55-4E55-8CC6-7723C6F83545}"/>
          </ac:spMkLst>
        </pc:spChg>
        <pc:spChg chg="add mod">
          <ac:chgData name="士衡 曹" userId="7e134164ebce8318" providerId="LiveId" clId="{FEE42FEC-DD66-4AFC-B323-9F66E42E48CE}" dt="2025-06-11T07:16:37.447" v="1654" actId="1076"/>
          <ac:spMkLst>
            <pc:docMk/>
            <pc:sldMk cId="2634538978" sldId="275"/>
            <ac:spMk id="77" creationId="{AFD71C7E-C0F4-4C75-89CE-4D543CCC8FF9}"/>
          </ac:spMkLst>
        </pc:spChg>
        <pc:cxnChg chg="add mod">
          <ac:chgData name="士衡 曹" userId="7e134164ebce8318" providerId="LiveId" clId="{FEE42FEC-DD66-4AFC-B323-9F66E42E48CE}" dt="2025-06-11T07:10:00.377" v="1636" actId="1076"/>
          <ac:cxnSpMkLst>
            <pc:docMk/>
            <pc:sldMk cId="2634538978" sldId="275"/>
            <ac:cxnSpMk id="14" creationId="{A038F1D7-7100-4CDB-9CA7-C9E72503A80C}"/>
          </ac:cxnSpMkLst>
        </pc:cxnChg>
        <pc:cxnChg chg="add mod">
          <ac:chgData name="士衡 曹" userId="7e134164ebce8318" providerId="LiveId" clId="{FEE42FEC-DD66-4AFC-B323-9F66E42E48CE}" dt="2025-06-11T07:10:00.377" v="1636" actId="1076"/>
          <ac:cxnSpMkLst>
            <pc:docMk/>
            <pc:sldMk cId="2634538978" sldId="275"/>
            <ac:cxnSpMk id="25" creationId="{5E2216E2-556D-462D-AEEF-5419DBB5EF42}"/>
          </ac:cxnSpMkLst>
        </pc:cxnChg>
        <pc:cxnChg chg="add mod">
          <ac:chgData name="士衡 曹" userId="7e134164ebce8318" providerId="LiveId" clId="{FEE42FEC-DD66-4AFC-B323-9F66E42E48CE}" dt="2025-06-11T07:10:00.377" v="1636" actId="1076"/>
          <ac:cxnSpMkLst>
            <pc:docMk/>
            <pc:sldMk cId="2634538978" sldId="275"/>
            <ac:cxnSpMk id="66" creationId="{596E41ED-9778-4DC1-872A-DCFF67DDB440}"/>
          </ac:cxnSpMkLst>
        </pc:cxnChg>
      </pc:sldChg>
      <pc:sldChg chg="addSp delSp modSp new mod ord modNotesTx">
        <pc:chgData name="士衡 曹" userId="7e134164ebce8318" providerId="LiveId" clId="{FEE42FEC-DD66-4AFC-B323-9F66E42E48CE}" dt="2025-06-18T07:02:25.657" v="8507"/>
        <pc:sldMkLst>
          <pc:docMk/>
          <pc:sldMk cId="1438562678" sldId="276"/>
        </pc:sldMkLst>
        <pc:spChg chg="mod">
          <ac:chgData name="士衡 曹" userId="7e134164ebce8318" providerId="LiveId" clId="{FEE42FEC-DD66-4AFC-B323-9F66E42E48CE}" dt="2025-06-13T08:01:29.046" v="4912" actId="1076"/>
          <ac:spMkLst>
            <pc:docMk/>
            <pc:sldMk cId="1438562678" sldId="276"/>
            <ac:spMk id="2" creationId="{7998F4EB-4AF1-445F-B177-219F54C6EDC2}"/>
          </ac:spMkLst>
        </pc:spChg>
        <pc:spChg chg="add mod">
          <ac:chgData name="士衡 曹" userId="7e134164ebce8318" providerId="LiveId" clId="{FEE42FEC-DD66-4AFC-B323-9F66E42E48CE}" dt="2025-06-18T06:59:05.719" v="8470" actId="1076"/>
          <ac:spMkLst>
            <pc:docMk/>
            <pc:sldMk cId="1438562678" sldId="276"/>
            <ac:spMk id="8" creationId="{32384DDC-3069-4B54-9032-734B409B4611}"/>
          </ac:spMkLst>
        </pc:spChg>
        <pc:spChg chg="add mod">
          <ac:chgData name="士衡 曹" userId="7e134164ebce8318" providerId="LiveId" clId="{FEE42FEC-DD66-4AFC-B323-9F66E42E48CE}" dt="2025-06-18T07:00:37.018" v="8506" actId="1076"/>
          <ac:spMkLst>
            <pc:docMk/>
            <pc:sldMk cId="1438562678" sldId="276"/>
            <ac:spMk id="9" creationId="{92E32310-5FEA-461B-A74E-7D2502EC303D}"/>
          </ac:spMkLst>
        </pc:spChg>
        <pc:picChg chg="add mod">
          <ac:chgData name="士衡 曹" userId="7e134164ebce8318" providerId="LiveId" clId="{FEE42FEC-DD66-4AFC-B323-9F66E42E48CE}" dt="2025-06-18T06:59:05.719" v="8470" actId="1076"/>
          <ac:picMkLst>
            <pc:docMk/>
            <pc:sldMk cId="1438562678" sldId="276"/>
            <ac:picMk id="6" creationId="{F50678DE-DD4B-4B85-9E42-38EC87786739}"/>
          </ac:picMkLst>
        </pc:picChg>
        <pc:picChg chg="add mod">
          <ac:chgData name="士衡 曹" userId="7e134164ebce8318" providerId="LiveId" clId="{FEE42FEC-DD66-4AFC-B323-9F66E42E48CE}" dt="2025-06-18T06:58:52.080" v="8468" actId="1076"/>
          <ac:picMkLst>
            <pc:docMk/>
            <pc:sldMk cId="1438562678" sldId="276"/>
            <ac:picMk id="10" creationId="{45E4A722-D129-42E8-A7BA-FF7EB4421D99}"/>
          </ac:picMkLst>
        </pc:picChg>
      </pc:sldChg>
      <pc:sldChg chg="addSp delSp modSp new mod ord modNotesTx">
        <pc:chgData name="士衡 曹" userId="7e134164ebce8318" providerId="LiveId" clId="{FEE42FEC-DD66-4AFC-B323-9F66E42E48CE}" dt="2025-06-18T08:46:50.707" v="9365" actId="1076"/>
        <pc:sldMkLst>
          <pc:docMk/>
          <pc:sldMk cId="4226046960" sldId="277"/>
        </pc:sldMkLst>
        <pc:spChg chg="mod">
          <ac:chgData name="士衡 曹" userId="7e134164ebce8318" providerId="LiveId" clId="{FEE42FEC-DD66-4AFC-B323-9F66E42E48CE}" dt="2025-06-13T07:09:19.066" v="4462" actId="113"/>
          <ac:spMkLst>
            <pc:docMk/>
            <pc:sldMk cId="4226046960" sldId="277"/>
            <ac:spMk id="2" creationId="{16859412-275C-4CD6-95E6-EEAAFF3CC027}"/>
          </ac:spMkLst>
        </pc:spChg>
        <pc:spChg chg="add mod">
          <ac:chgData name="士衡 曹" userId="7e134164ebce8318" providerId="LiveId" clId="{FEE42FEC-DD66-4AFC-B323-9F66E42E48CE}" dt="2025-06-18T08:46:43.030" v="9362" actId="1076"/>
          <ac:spMkLst>
            <pc:docMk/>
            <pc:sldMk cId="4226046960" sldId="277"/>
            <ac:spMk id="8" creationId="{D7F8E272-B0DD-4A14-810A-722B0894E9EC}"/>
          </ac:spMkLst>
        </pc:spChg>
        <pc:spChg chg="add mod">
          <ac:chgData name="士衡 曹" userId="7e134164ebce8318" providerId="LiveId" clId="{FEE42FEC-DD66-4AFC-B323-9F66E42E48CE}" dt="2025-06-18T02:24:27.087" v="8157" actId="1076"/>
          <ac:spMkLst>
            <pc:docMk/>
            <pc:sldMk cId="4226046960" sldId="277"/>
            <ac:spMk id="9" creationId="{EF91FFCB-FD9B-43C7-8C70-99E85FDA4621}"/>
          </ac:spMkLst>
        </pc:spChg>
        <pc:spChg chg="add mod">
          <ac:chgData name="士衡 曹" userId="7e134164ebce8318" providerId="LiveId" clId="{FEE42FEC-DD66-4AFC-B323-9F66E42E48CE}" dt="2025-06-18T08:46:50.707" v="9365" actId="1076"/>
          <ac:spMkLst>
            <pc:docMk/>
            <pc:sldMk cId="4226046960" sldId="277"/>
            <ac:spMk id="12" creationId="{96AE6875-ECA2-4000-919C-99F66081EEDA}"/>
          </ac:spMkLst>
        </pc:spChg>
        <pc:graphicFrameChg chg="add mod modGraphic">
          <ac:chgData name="士衡 曹" userId="7e134164ebce8318" providerId="LiveId" clId="{FEE42FEC-DD66-4AFC-B323-9F66E42E48CE}" dt="2025-06-16T08:28:16.235" v="6026" actId="1076"/>
          <ac:graphicFrameMkLst>
            <pc:docMk/>
            <pc:sldMk cId="4226046960" sldId="277"/>
            <ac:graphicFrameMk id="10" creationId="{EE2E1432-E039-4D34-BD66-2FDB90472F7D}"/>
          </ac:graphicFrameMkLst>
        </pc:graphicFrameChg>
        <pc:picChg chg="add mod">
          <ac:chgData name="士衡 曹" userId="7e134164ebce8318" providerId="LiveId" clId="{FEE42FEC-DD66-4AFC-B323-9F66E42E48CE}" dt="2025-06-16T08:39:02.050" v="6035" actId="1076"/>
          <ac:picMkLst>
            <pc:docMk/>
            <pc:sldMk cId="4226046960" sldId="277"/>
            <ac:picMk id="6" creationId="{A9D16AA6-B4A3-4EBA-A3C9-63EB1FAACC62}"/>
          </ac:picMkLst>
        </pc:picChg>
        <pc:picChg chg="add mod">
          <ac:chgData name="士衡 曹" userId="7e134164ebce8318" providerId="LiveId" clId="{FEE42FEC-DD66-4AFC-B323-9F66E42E48CE}" dt="2025-06-16T08:39:03.502" v="6036" actId="1076"/>
          <ac:picMkLst>
            <pc:docMk/>
            <pc:sldMk cId="4226046960" sldId="277"/>
            <ac:picMk id="7" creationId="{E3EE9C47-7E8A-4546-84CE-1CCE265225AC}"/>
          </ac:picMkLst>
        </pc:picChg>
        <pc:picChg chg="add mod">
          <ac:chgData name="士衡 曹" userId="7e134164ebce8318" providerId="LiveId" clId="{FEE42FEC-DD66-4AFC-B323-9F66E42E48CE}" dt="2025-06-16T08:28:41.847" v="6034" actId="1076"/>
          <ac:picMkLst>
            <pc:docMk/>
            <pc:sldMk cId="4226046960" sldId="277"/>
            <ac:picMk id="11" creationId="{104212AC-E63F-49EE-A6E8-8BF4CA8BE3EE}"/>
          </ac:picMkLst>
        </pc:picChg>
      </pc:sldChg>
      <pc:sldChg chg="addSp delSp modSp new mod modNotesTx">
        <pc:chgData name="士衡 曹" userId="7e134164ebce8318" providerId="LiveId" clId="{FEE42FEC-DD66-4AFC-B323-9F66E42E48CE}" dt="2025-06-18T07:06:53.812" v="8523" actId="20577"/>
        <pc:sldMkLst>
          <pc:docMk/>
          <pc:sldMk cId="2845055714" sldId="278"/>
        </pc:sldMkLst>
        <pc:spChg chg="mod">
          <ac:chgData name="士衡 曹" userId="7e134164ebce8318" providerId="LiveId" clId="{FEE42FEC-DD66-4AFC-B323-9F66E42E48CE}" dt="2025-06-13T07:14:04.296" v="4544" actId="113"/>
          <ac:spMkLst>
            <pc:docMk/>
            <pc:sldMk cId="2845055714" sldId="278"/>
            <ac:spMk id="2" creationId="{4FDE9C34-5056-4F20-B71D-712732F9249C}"/>
          </ac:spMkLst>
        </pc:spChg>
        <pc:spChg chg="mod">
          <ac:chgData name="士衡 曹" userId="7e134164ebce8318" providerId="LiveId" clId="{FEE42FEC-DD66-4AFC-B323-9F66E42E48CE}" dt="2025-06-18T00:52:26.763" v="7540" actId="1076"/>
          <ac:spMkLst>
            <pc:docMk/>
            <pc:sldMk cId="2845055714" sldId="278"/>
            <ac:spMk id="3" creationId="{15897D97-0D5E-47CD-A131-337108121E6B}"/>
          </ac:spMkLst>
        </pc:spChg>
      </pc:sldChg>
      <pc:sldChg chg="addSp delSp modSp add mod modNotesTx">
        <pc:chgData name="士衡 曹" userId="7e134164ebce8318" providerId="LiveId" clId="{FEE42FEC-DD66-4AFC-B323-9F66E42E48CE}" dt="2025-06-18T08:38:53.815" v="9347" actId="1076"/>
        <pc:sldMkLst>
          <pc:docMk/>
          <pc:sldMk cId="979219211" sldId="279"/>
        </pc:sldMkLst>
        <pc:spChg chg="mod">
          <ac:chgData name="士衡 曹" userId="7e134164ebce8318" providerId="LiveId" clId="{FEE42FEC-DD66-4AFC-B323-9F66E42E48CE}" dt="2025-06-13T07:14:25.119" v="4552" actId="113"/>
          <ac:spMkLst>
            <pc:docMk/>
            <pc:sldMk cId="979219211" sldId="279"/>
            <ac:spMk id="2" creationId="{16859412-275C-4CD6-95E6-EEAAFF3CC027}"/>
          </ac:spMkLst>
        </pc:spChg>
        <pc:spChg chg="add mod">
          <ac:chgData name="士衡 曹" userId="7e134164ebce8318" providerId="LiveId" clId="{FEE42FEC-DD66-4AFC-B323-9F66E42E48CE}" dt="2025-06-18T08:38:31.768" v="9338" actId="1076"/>
          <ac:spMkLst>
            <pc:docMk/>
            <pc:sldMk cId="979219211" sldId="279"/>
            <ac:spMk id="3" creationId="{F6B3A32C-4000-459E-8FED-D4F42FCC6057}"/>
          </ac:spMkLst>
        </pc:spChg>
        <pc:spChg chg="mod">
          <ac:chgData name="士衡 曹" userId="7e134164ebce8318" providerId="LiveId" clId="{FEE42FEC-DD66-4AFC-B323-9F66E42E48CE}" dt="2025-06-18T08:38:30.281" v="9336" actId="14100"/>
          <ac:spMkLst>
            <pc:docMk/>
            <pc:sldMk cId="979219211" sldId="279"/>
            <ac:spMk id="8" creationId="{D7F8E272-B0DD-4A14-810A-722B0894E9EC}"/>
          </ac:spMkLst>
        </pc:spChg>
        <pc:spChg chg="add mod">
          <ac:chgData name="士衡 曹" userId="7e134164ebce8318" providerId="LiveId" clId="{FEE42FEC-DD66-4AFC-B323-9F66E42E48CE}" dt="2025-06-18T08:38:39.989" v="9341" actId="403"/>
          <ac:spMkLst>
            <pc:docMk/>
            <pc:sldMk cId="979219211" sldId="279"/>
            <ac:spMk id="12" creationId="{65690BD5-04BF-41E8-B7C7-CE8868FDCC10}"/>
          </ac:spMkLst>
        </pc:spChg>
        <pc:spChg chg="add mod">
          <ac:chgData name="士衡 曹" userId="7e134164ebce8318" providerId="LiveId" clId="{FEE42FEC-DD66-4AFC-B323-9F66E42E48CE}" dt="2025-06-18T08:38:37.485" v="9340" actId="403"/>
          <ac:spMkLst>
            <pc:docMk/>
            <pc:sldMk cId="979219211" sldId="279"/>
            <ac:spMk id="13" creationId="{0BB068C9-B8A8-4306-A94C-D9AACB266E91}"/>
          </ac:spMkLst>
        </pc:spChg>
        <pc:picChg chg="mod">
          <ac:chgData name="士衡 曹" userId="7e134164ebce8318" providerId="LiveId" clId="{FEE42FEC-DD66-4AFC-B323-9F66E42E48CE}" dt="2025-06-18T08:38:49.436" v="9345" actId="1076"/>
          <ac:picMkLst>
            <pc:docMk/>
            <pc:sldMk cId="979219211" sldId="279"/>
            <ac:picMk id="6" creationId="{A9D16AA6-B4A3-4EBA-A3C9-63EB1FAACC62}"/>
          </ac:picMkLst>
        </pc:picChg>
        <pc:picChg chg="mod">
          <ac:chgData name="士衡 曹" userId="7e134164ebce8318" providerId="LiveId" clId="{FEE42FEC-DD66-4AFC-B323-9F66E42E48CE}" dt="2025-06-18T08:38:52.144" v="9346" actId="1076"/>
          <ac:picMkLst>
            <pc:docMk/>
            <pc:sldMk cId="979219211" sldId="279"/>
            <ac:picMk id="7" creationId="{E3EE9C47-7E8A-4546-84CE-1CCE265225AC}"/>
          </ac:picMkLst>
        </pc:picChg>
        <pc:picChg chg="mod">
          <ac:chgData name="士衡 曹" userId="7e134164ebce8318" providerId="LiveId" clId="{FEE42FEC-DD66-4AFC-B323-9F66E42E48CE}" dt="2025-06-18T08:38:53.815" v="9347" actId="1076"/>
          <ac:picMkLst>
            <pc:docMk/>
            <pc:sldMk cId="979219211" sldId="279"/>
            <ac:picMk id="11" creationId="{104212AC-E63F-49EE-A6E8-8BF4CA8BE3EE}"/>
          </ac:picMkLst>
        </pc:picChg>
      </pc:sldChg>
      <pc:sldChg chg="addSp delSp modSp new mod">
        <pc:chgData name="士衡 曹" userId="7e134164ebce8318" providerId="LiveId" clId="{FEE42FEC-DD66-4AFC-B323-9F66E42E48CE}" dt="2025-06-13T08:04:12.212" v="4953" actId="1076"/>
        <pc:sldMkLst>
          <pc:docMk/>
          <pc:sldMk cId="3198577601" sldId="280"/>
        </pc:sldMkLst>
        <pc:spChg chg="mod">
          <ac:chgData name="士衡 曹" userId="7e134164ebce8318" providerId="LiveId" clId="{FEE42FEC-DD66-4AFC-B323-9F66E42E48CE}" dt="2025-06-13T07:07:26.282" v="4444" actId="113"/>
          <ac:spMkLst>
            <pc:docMk/>
            <pc:sldMk cId="3198577601" sldId="280"/>
            <ac:spMk id="2" creationId="{79DA512E-3C9D-4B0D-B99D-0BEDE8767B50}"/>
          </ac:spMkLst>
        </pc:spChg>
        <pc:spChg chg="add mod">
          <ac:chgData name="士衡 曹" userId="7e134164ebce8318" providerId="LiveId" clId="{FEE42FEC-DD66-4AFC-B323-9F66E42E48CE}" dt="2025-06-13T08:04:09.303" v="4952" actId="20577"/>
          <ac:spMkLst>
            <pc:docMk/>
            <pc:sldMk cId="3198577601" sldId="280"/>
            <ac:spMk id="6" creationId="{2AC8FA1E-6A0D-4F1C-9355-B3D917367D20}"/>
          </ac:spMkLst>
        </pc:spChg>
        <pc:spChg chg="add mod">
          <ac:chgData name="士衡 曹" userId="7e134164ebce8318" providerId="LiveId" clId="{FEE42FEC-DD66-4AFC-B323-9F66E42E48CE}" dt="2025-06-13T08:04:12.212" v="4953" actId="1076"/>
          <ac:spMkLst>
            <pc:docMk/>
            <pc:sldMk cId="3198577601" sldId="280"/>
            <ac:spMk id="7" creationId="{7923D2F7-83AC-4F7C-A378-C2E63C904FBC}"/>
          </ac:spMkLst>
        </pc:spChg>
      </pc:sldChg>
      <pc:sldChg chg="modSp add mod ord">
        <pc:chgData name="士衡 曹" userId="7e134164ebce8318" providerId="LiveId" clId="{FEE42FEC-DD66-4AFC-B323-9F66E42E48CE}" dt="2025-06-13T08:04:24.611" v="4954"/>
        <pc:sldMkLst>
          <pc:docMk/>
          <pc:sldMk cId="1107450959" sldId="281"/>
        </pc:sldMkLst>
        <pc:spChg chg="mod">
          <ac:chgData name="士衡 曹" userId="7e134164ebce8318" providerId="LiveId" clId="{FEE42FEC-DD66-4AFC-B323-9F66E42E48CE}" dt="2025-06-13T07:14:10.701" v="4546" actId="113"/>
          <ac:spMkLst>
            <pc:docMk/>
            <pc:sldMk cId="1107450959" sldId="281"/>
            <ac:spMk id="2" creationId="{79DA512E-3C9D-4B0D-B99D-0BEDE8767B50}"/>
          </ac:spMkLst>
        </pc:spChg>
        <pc:spChg chg="mod">
          <ac:chgData name="士衡 曹" userId="7e134164ebce8318" providerId="LiveId" clId="{FEE42FEC-DD66-4AFC-B323-9F66E42E48CE}" dt="2025-06-13T08:04:24.611" v="4954"/>
          <ac:spMkLst>
            <pc:docMk/>
            <pc:sldMk cId="1107450959" sldId="281"/>
            <ac:spMk id="6" creationId="{2AC8FA1E-6A0D-4F1C-9355-B3D917367D20}"/>
          </ac:spMkLst>
        </pc:spChg>
        <pc:spChg chg="mod">
          <ac:chgData name="士衡 曹" userId="7e134164ebce8318" providerId="LiveId" clId="{FEE42FEC-DD66-4AFC-B323-9F66E42E48CE}" dt="2025-06-12T03:18:12.442" v="4116" actId="1076"/>
          <ac:spMkLst>
            <pc:docMk/>
            <pc:sldMk cId="1107450959" sldId="281"/>
            <ac:spMk id="7" creationId="{7923D2F7-83AC-4F7C-A378-C2E63C904FBC}"/>
          </ac:spMkLst>
        </pc:spChg>
      </pc:sldChg>
      <pc:sldChg chg="modSp add mod ord">
        <pc:chgData name="士衡 曹" userId="7e134164ebce8318" providerId="LiveId" clId="{FEE42FEC-DD66-4AFC-B323-9F66E42E48CE}" dt="2025-06-17T08:37:33.309" v="7132" actId="1076"/>
        <pc:sldMkLst>
          <pc:docMk/>
          <pc:sldMk cId="1283000804" sldId="282"/>
        </pc:sldMkLst>
        <pc:spChg chg="mod">
          <ac:chgData name="士衡 曹" userId="7e134164ebce8318" providerId="LiveId" clId="{FEE42FEC-DD66-4AFC-B323-9F66E42E48CE}" dt="2025-06-13T07:15:31.458" v="4563" actId="113"/>
          <ac:spMkLst>
            <pc:docMk/>
            <pc:sldMk cId="1283000804" sldId="282"/>
            <ac:spMk id="2" creationId="{79DA512E-3C9D-4B0D-B99D-0BEDE8767B50}"/>
          </ac:spMkLst>
        </pc:spChg>
        <pc:spChg chg="mod">
          <ac:chgData name="士衡 曹" userId="7e134164ebce8318" providerId="LiveId" clId="{FEE42FEC-DD66-4AFC-B323-9F66E42E48CE}" dt="2025-06-13T08:04:27.991" v="4955"/>
          <ac:spMkLst>
            <pc:docMk/>
            <pc:sldMk cId="1283000804" sldId="282"/>
            <ac:spMk id="6" creationId="{2AC8FA1E-6A0D-4F1C-9355-B3D917367D20}"/>
          </ac:spMkLst>
        </pc:spChg>
        <pc:spChg chg="mod">
          <ac:chgData name="士衡 曹" userId="7e134164ebce8318" providerId="LiveId" clId="{FEE42FEC-DD66-4AFC-B323-9F66E42E48CE}" dt="2025-06-17T08:37:33.309" v="7132" actId="1076"/>
          <ac:spMkLst>
            <pc:docMk/>
            <pc:sldMk cId="1283000804" sldId="282"/>
            <ac:spMk id="7" creationId="{7923D2F7-83AC-4F7C-A378-C2E63C904FBC}"/>
          </ac:spMkLst>
        </pc:spChg>
      </pc:sldChg>
      <pc:sldChg chg="modSp add mod ord">
        <pc:chgData name="士衡 曹" userId="7e134164ebce8318" providerId="LiveId" clId="{FEE42FEC-DD66-4AFC-B323-9F66E42E48CE}" dt="2025-06-13T08:04:31.385" v="4956"/>
        <pc:sldMkLst>
          <pc:docMk/>
          <pc:sldMk cId="2483573761" sldId="283"/>
        </pc:sldMkLst>
        <pc:spChg chg="mod">
          <ac:chgData name="士衡 曹" userId="7e134164ebce8318" providerId="LiveId" clId="{FEE42FEC-DD66-4AFC-B323-9F66E42E48CE}" dt="2025-06-13T07:15:59.900" v="4575" actId="113"/>
          <ac:spMkLst>
            <pc:docMk/>
            <pc:sldMk cId="2483573761" sldId="283"/>
            <ac:spMk id="2" creationId="{79DA512E-3C9D-4B0D-B99D-0BEDE8767B50}"/>
          </ac:spMkLst>
        </pc:spChg>
        <pc:spChg chg="mod">
          <ac:chgData name="士衡 曹" userId="7e134164ebce8318" providerId="LiveId" clId="{FEE42FEC-DD66-4AFC-B323-9F66E42E48CE}" dt="2025-06-13T08:04:31.385" v="4956"/>
          <ac:spMkLst>
            <pc:docMk/>
            <pc:sldMk cId="2483573761" sldId="283"/>
            <ac:spMk id="6" creationId="{2AC8FA1E-6A0D-4F1C-9355-B3D917367D20}"/>
          </ac:spMkLst>
        </pc:spChg>
        <pc:spChg chg="mod">
          <ac:chgData name="士衡 曹" userId="7e134164ebce8318" providerId="LiveId" clId="{FEE42FEC-DD66-4AFC-B323-9F66E42E48CE}" dt="2025-06-12T03:18:43.570" v="4126" actId="1076"/>
          <ac:spMkLst>
            <pc:docMk/>
            <pc:sldMk cId="2483573761" sldId="283"/>
            <ac:spMk id="7" creationId="{7923D2F7-83AC-4F7C-A378-C2E63C904FBC}"/>
          </ac:spMkLst>
        </pc:spChg>
      </pc:sldChg>
      <pc:sldChg chg="addSp delSp modSp new mod modNotesTx">
        <pc:chgData name="士衡 曹" userId="7e134164ebce8318" providerId="LiveId" clId="{FEE42FEC-DD66-4AFC-B323-9F66E42E48CE}" dt="2025-06-18T09:22:46.926" v="9379" actId="1076"/>
        <pc:sldMkLst>
          <pc:docMk/>
          <pc:sldMk cId="3992470467" sldId="284"/>
        </pc:sldMkLst>
        <pc:spChg chg="mod">
          <ac:chgData name="士衡 曹" userId="7e134164ebce8318" providerId="LiveId" clId="{FEE42FEC-DD66-4AFC-B323-9F66E42E48CE}" dt="2025-06-18T06:21:59.618" v="8192" actId="1076"/>
          <ac:spMkLst>
            <pc:docMk/>
            <pc:sldMk cId="3992470467" sldId="284"/>
            <ac:spMk id="2" creationId="{BD308536-82D2-4C32-8093-9B025ECDE6DD}"/>
          </ac:spMkLst>
        </pc:spChg>
        <pc:spChg chg="mod">
          <ac:chgData name="士衡 曹" userId="7e134164ebce8318" providerId="LiveId" clId="{FEE42FEC-DD66-4AFC-B323-9F66E42E48CE}" dt="2025-06-18T08:46:21.596" v="9354" actId="27636"/>
          <ac:spMkLst>
            <pc:docMk/>
            <pc:sldMk cId="3992470467" sldId="284"/>
            <ac:spMk id="3" creationId="{EEC1311A-440E-51BE-F21A-F46D17DE97F9}"/>
          </ac:spMkLst>
        </pc:spChg>
        <pc:picChg chg="add mod">
          <ac:chgData name="士衡 曹" userId="7e134164ebce8318" providerId="LiveId" clId="{FEE42FEC-DD66-4AFC-B323-9F66E42E48CE}" dt="2025-06-18T09:22:45.675" v="9378" actId="1076"/>
          <ac:picMkLst>
            <pc:docMk/>
            <pc:sldMk cId="3992470467" sldId="284"/>
            <ac:picMk id="6" creationId="{46077248-53B0-49B3-BF59-B374C0004E72}"/>
          </ac:picMkLst>
        </pc:picChg>
        <pc:picChg chg="add mod">
          <ac:chgData name="士衡 曹" userId="7e134164ebce8318" providerId="LiveId" clId="{FEE42FEC-DD66-4AFC-B323-9F66E42E48CE}" dt="2025-06-18T09:22:46.926" v="9379" actId="1076"/>
          <ac:picMkLst>
            <pc:docMk/>
            <pc:sldMk cId="3992470467" sldId="284"/>
            <ac:picMk id="12" creationId="{A2195F2B-33DD-4293-8378-6E3742455282}"/>
          </ac:picMkLst>
        </pc:picChg>
      </pc:sldChg>
      <pc:sldChg chg="new del">
        <pc:chgData name="士衡 曹" userId="7e134164ebce8318" providerId="LiveId" clId="{FEE42FEC-DD66-4AFC-B323-9F66E42E48CE}" dt="2025-06-16T01:59:44.610" v="5576" actId="2696"/>
        <pc:sldMkLst>
          <pc:docMk/>
          <pc:sldMk cId="1651246780" sldId="285"/>
        </pc:sldMkLst>
      </pc:sldChg>
      <pc:sldChg chg="modSp add mod">
        <pc:chgData name="士衡 曹" userId="7e134164ebce8318" providerId="LiveId" clId="{FEE42FEC-DD66-4AFC-B323-9F66E42E48CE}" dt="2025-06-17T07:56:39.422" v="6959" actId="1076"/>
        <pc:sldMkLst>
          <pc:docMk/>
          <pc:sldMk cId="2515839041" sldId="285"/>
        </pc:sldMkLst>
      </pc:sldChg>
      <pc:sldMasterChg chg="modSp modSldLayout">
        <pc:chgData name="士衡 曹" userId="7e134164ebce8318" providerId="LiveId" clId="{FEE42FEC-DD66-4AFC-B323-9F66E42E48CE}" dt="2025-06-13T07:31:48.561" v="4604" actId="1076"/>
        <pc:sldMasterMkLst>
          <pc:docMk/>
          <pc:sldMasterMk cId="2209977519" sldId="2147483648"/>
        </pc:sldMasterMkLst>
        <pc:spChg chg="mod">
          <ac:chgData name="士衡 曹" userId="7e134164ebce8318" providerId="LiveId" clId="{FEE42FEC-DD66-4AFC-B323-9F66E42E48CE}" dt="2025-06-10T07:37:44.952" v="237"/>
          <ac:spMkLst>
            <pc:docMk/>
            <pc:sldMasterMk cId="2209977519" sldId="2147483648"/>
            <ac:spMk id="2" creationId="{00000000-0000-0000-0000-000000000000}"/>
          </ac:spMkLst>
        </pc:spChg>
        <pc:spChg chg="mod">
          <ac:chgData name="士衡 曹" userId="7e134164ebce8318" providerId="LiveId" clId="{FEE42FEC-DD66-4AFC-B323-9F66E42E48CE}" dt="2025-06-10T07:37:44.952" v="237"/>
          <ac:spMkLst>
            <pc:docMk/>
            <pc:sldMasterMk cId="2209977519" sldId="2147483648"/>
            <ac:spMk id="3" creationId="{00000000-0000-0000-0000-000000000000}"/>
          </ac:spMkLst>
        </pc:spChg>
        <pc:spChg chg="mod">
          <ac:chgData name="士衡 曹" userId="7e134164ebce8318" providerId="LiveId" clId="{FEE42FEC-DD66-4AFC-B323-9F66E42E48CE}" dt="2025-06-10T07:37:44.952" v="237"/>
          <ac:spMkLst>
            <pc:docMk/>
            <pc:sldMasterMk cId="2209977519" sldId="2147483648"/>
            <ac:spMk id="4" creationId="{00000000-0000-0000-0000-000000000000}"/>
          </ac:spMkLst>
        </pc:spChg>
        <pc:spChg chg="mod">
          <ac:chgData name="士衡 曹" userId="7e134164ebce8318" providerId="LiveId" clId="{FEE42FEC-DD66-4AFC-B323-9F66E42E48CE}" dt="2025-06-10T07:37:44.952" v="237"/>
          <ac:spMkLst>
            <pc:docMk/>
            <pc:sldMasterMk cId="2209977519" sldId="2147483648"/>
            <ac:spMk id="5" creationId="{00000000-0000-0000-0000-000000000000}"/>
          </ac:spMkLst>
        </pc:spChg>
        <pc:spChg chg="mod">
          <ac:chgData name="士衡 曹" userId="7e134164ebce8318" providerId="LiveId" clId="{FEE42FEC-DD66-4AFC-B323-9F66E42E48CE}" dt="2025-06-10T07:37:44.952" v="237"/>
          <ac:spMkLst>
            <pc:docMk/>
            <pc:sldMasterMk cId="2209977519" sldId="2147483648"/>
            <ac:spMk id="6" creationId="{00000000-0000-0000-0000-000000000000}"/>
          </ac:spMkLst>
        </pc:spChg>
        <pc:sldLayoutChg chg="modSp">
          <pc:chgData name="士衡 曹" userId="7e134164ebce8318" providerId="LiveId" clId="{FEE42FEC-DD66-4AFC-B323-9F66E42E48CE}" dt="2025-06-10T07:37:44.952" v="237"/>
          <pc:sldLayoutMkLst>
            <pc:docMk/>
            <pc:sldMasterMk cId="2209977519" sldId="2147483648"/>
            <pc:sldLayoutMk cId="3168075583" sldId="2147483649"/>
          </pc:sldLayoutMkLst>
          <pc:spChg chg="mod">
            <ac:chgData name="士衡 曹" userId="7e134164ebce8318" providerId="LiveId" clId="{FEE42FEC-DD66-4AFC-B323-9F66E42E48CE}" dt="2025-06-10T07:37:44.952" v="237"/>
            <ac:spMkLst>
              <pc:docMk/>
              <pc:sldMasterMk cId="2209977519" sldId="2147483648"/>
              <pc:sldLayoutMk cId="3168075583" sldId="2147483649"/>
              <ac:spMk id="2"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3168075583" sldId="2147483649"/>
              <ac:spMk id="3"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3168075583" sldId="2147483649"/>
              <ac:picMk id="8" creationId="{C84441E6-918E-4BA8-B42D-70B7C11E6139}"/>
            </ac:picMkLst>
          </pc:picChg>
          <pc:picChg chg="mod">
            <ac:chgData name="士衡 曹" userId="7e134164ebce8318" providerId="LiveId" clId="{FEE42FEC-DD66-4AFC-B323-9F66E42E48CE}" dt="2025-06-10T07:37:44.952" v="237"/>
            <ac:picMkLst>
              <pc:docMk/>
              <pc:sldMasterMk cId="2209977519" sldId="2147483648"/>
              <pc:sldLayoutMk cId="3168075583" sldId="2147483649"/>
              <ac:picMk id="10" creationId="{5D21ECF8-4F1B-48DE-96FC-9F37231DCB0D}"/>
            </ac:picMkLst>
          </pc:picChg>
        </pc:sldLayoutChg>
        <pc:sldLayoutChg chg="addSp delSp modSp mod">
          <pc:chgData name="士衡 曹" userId="7e134164ebce8318" providerId="LiveId" clId="{FEE42FEC-DD66-4AFC-B323-9F66E42E48CE}" dt="2025-06-13T07:31:48.561" v="4604" actId="1076"/>
          <pc:sldLayoutMkLst>
            <pc:docMk/>
            <pc:sldMasterMk cId="2209977519" sldId="2147483648"/>
            <pc:sldLayoutMk cId="2614314258" sldId="2147483650"/>
          </pc:sldLayoutMkLst>
          <pc:spChg chg="mod">
            <ac:chgData name="士衡 曹" userId="7e134164ebce8318" providerId="LiveId" clId="{FEE42FEC-DD66-4AFC-B323-9F66E42E48CE}" dt="2025-06-13T07:31:48.561" v="4604" actId="1076"/>
            <ac:spMkLst>
              <pc:docMk/>
              <pc:sldMasterMk cId="2209977519" sldId="2147483648"/>
              <pc:sldLayoutMk cId="2614314258" sldId="2147483650"/>
              <ac:spMk id="2" creationId="{00000000-0000-0000-0000-000000000000}"/>
            </ac:spMkLst>
          </pc:spChg>
          <pc:spChg chg="mod">
            <ac:chgData name="士衡 曹" userId="7e134164ebce8318" providerId="LiveId" clId="{FEE42FEC-DD66-4AFC-B323-9F66E42E48CE}" dt="2025-06-10T07:39:12.256" v="253" actId="1076"/>
            <ac:spMkLst>
              <pc:docMk/>
              <pc:sldMasterMk cId="2209977519" sldId="2147483648"/>
              <pc:sldLayoutMk cId="2614314258" sldId="2147483650"/>
              <ac:spMk id="3" creationId="{00000000-0000-0000-0000-000000000000}"/>
            </ac:spMkLst>
          </pc:spChg>
          <pc:picChg chg="add mod">
            <ac:chgData name="士衡 曹" userId="7e134164ebce8318" providerId="LiveId" clId="{FEE42FEC-DD66-4AFC-B323-9F66E42E48CE}" dt="2025-06-10T07:39:15.003" v="255" actId="1076"/>
            <ac:picMkLst>
              <pc:docMk/>
              <pc:sldMasterMk cId="2209977519" sldId="2147483648"/>
              <pc:sldLayoutMk cId="2614314258" sldId="2147483650"/>
              <ac:picMk id="5" creationId="{B6B15E0C-7E47-43F2-A732-B47046979F97}"/>
            </ac:picMkLst>
          </pc:picChg>
          <pc:picChg chg="add mod">
            <ac:chgData name="士衡 曹" userId="7e134164ebce8318" providerId="LiveId" clId="{FEE42FEC-DD66-4AFC-B323-9F66E42E48CE}" dt="2025-06-10T07:39:19.923" v="257" actId="14100"/>
            <ac:picMkLst>
              <pc:docMk/>
              <pc:sldMasterMk cId="2209977519" sldId="2147483648"/>
              <pc:sldLayoutMk cId="2614314258" sldId="2147483650"/>
              <ac:picMk id="3074" creationId="{7DA93F3D-067B-4037-9935-FA4BE48B032E}"/>
            </ac:picMkLst>
          </pc:picChg>
        </pc:sldLayoutChg>
        <pc:sldLayoutChg chg="modSp">
          <pc:chgData name="士衡 曹" userId="7e134164ebce8318" providerId="LiveId" clId="{FEE42FEC-DD66-4AFC-B323-9F66E42E48CE}" dt="2025-06-10T07:37:44.952" v="237"/>
          <pc:sldLayoutMkLst>
            <pc:docMk/>
            <pc:sldMasterMk cId="2209977519" sldId="2147483648"/>
            <pc:sldLayoutMk cId="960648375" sldId="2147483651"/>
          </pc:sldLayoutMkLst>
          <pc:spChg chg="mod">
            <ac:chgData name="士衡 曹" userId="7e134164ebce8318" providerId="LiveId" clId="{FEE42FEC-DD66-4AFC-B323-9F66E42E48CE}" dt="2025-06-10T07:37:44.952" v="237"/>
            <ac:spMkLst>
              <pc:docMk/>
              <pc:sldMasterMk cId="2209977519" sldId="2147483648"/>
              <pc:sldLayoutMk cId="960648375" sldId="2147483651"/>
              <ac:spMk id="2"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960648375" sldId="2147483651"/>
              <ac:spMk id="3"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960648375" sldId="2147483651"/>
              <ac:picMk id="7" creationId="{BB6C496C-5454-4207-81A1-A6B6AF1B454E}"/>
            </ac:picMkLst>
          </pc:picChg>
          <pc:picChg chg="mod">
            <ac:chgData name="士衡 曹" userId="7e134164ebce8318" providerId="LiveId" clId="{FEE42FEC-DD66-4AFC-B323-9F66E42E48CE}" dt="2025-06-10T07:37:44.952" v="237"/>
            <ac:picMkLst>
              <pc:docMk/>
              <pc:sldMasterMk cId="2209977519" sldId="2147483648"/>
              <pc:sldLayoutMk cId="960648375" sldId="2147483651"/>
              <ac:picMk id="8" creationId="{93B53C24-0AB5-458F-A26E-55FEBC80372F}"/>
            </ac:picMkLst>
          </pc:picChg>
        </pc:sldLayoutChg>
        <pc:sldLayoutChg chg="modSp">
          <pc:chgData name="士衡 曹" userId="7e134164ebce8318" providerId="LiveId" clId="{FEE42FEC-DD66-4AFC-B323-9F66E42E48CE}" dt="2025-06-10T07:37:44.952" v="237"/>
          <pc:sldLayoutMkLst>
            <pc:docMk/>
            <pc:sldMasterMk cId="2209977519" sldId="2147483648"/>
            <pc:sldLayoutMk cId="2782244947" sldId="2147483652"/>
          </pc:sldLayoutMkLst>
          <pc:spChg chg="mod">
            <ac:chgData name="士衡 曹" userId="7e134164ebce8318" providerId="LiveId" clId="{FEE42FEC-DD66-4AFC-B323-9F66E42E48CE}" dt="2025-06-10T07:37:44.952" v="237"/>
            <ac:spMkLst>
              <pc:docMk/>
              <pc:sldMasterMk cId="2209977519" sldId="2147483648"/>
              <pc:sldLayoutMk cId="2782244947" sldId="2147483652"/>
              <ac:spMk id="3"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2782244947" sldId="2147483652"/>
              <ac:spMk id="4"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2782244947" sldId="2147483652"/>
              <ac:picMk id="8" creationId="{85539F56-296D-416D-8CC9-51B14837A32D}"/>
            </ac:picMkLst>
          </pc:picChg>
          <pc:picChg chg="mod">
            <ac:chgData name="士衡 曹" userId="7e134164ebce8318" providerId="LiveId" clId="{FEE42FEC-DD66-4AFC-B323-9F66E42E48CE}" dt="2025-06-10T07:37:44.952" v="237"/>
            <ac:picMkLst>
              <pc:docMk/>
              <pc:sldMasterMk cId="2209977519" sldId="2147483648"/>
              <pc:sldLayoutMk cId="2782244947" sldId="2147483652"/>
              <ac:picMk id="9" creationId="{0E605F40-3B76-4AB9-A724-C95FBB6ADFFE}"/>
            </ac:picMkLst>
          </pc:picChg>
        </pc:sldLayoutChg>
        <pc:sldLayoutChg chg="modSp">
          <pc:chgData name="士衡 曹" userId="7e134164ebce8318" providerId="LiveId" clId="{FEE42FEC-DD66-4AFC-B323-9F66E42E48CE}" dt="2025-06-10T07:37:44.952" v="237"/>
          <pc:sldLayoutMkLst>
            <pc:docMk/>
            <pc:sldMasterMk cId="2209977519" sldId="2147483648"/>
            <pc:sldLayoutMk cId="990158736" sldId="2147483653"/>
          </pc:sldLayoutMkLst>
          <pc:spChg chg="mod">
            <ac:chgData name="士衡 曹" userId="7e134164ebce8318" providerId="LiveId" clId="{FEE42FEC-DD66-4AFC-B323-9F66E42E48CE}" dt="2025-06-10T07:37:44.952" v="237"/>
            <ac:spMkLst>
              <pc:docMk/>
              <pc:sldMasterMk cId="2209977519" sldId="2147483648"/>
              <pc:sldLayoutMk cId="990158736" sldId="2147483653"/>
              <ac:spMk id="3"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990158736" sldId="2147483653"/>
              <ac:spMk id="4"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990158736" sldId="2147483653"/>
              <ac:spMk id="5"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990158736" sldId="2147483653"/>
              <ac:spMk id="6"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990158736" sldId="2147483653"/>
              <ac:picMk id="10" creationId="{00B60C90-31D9-4F5A-850C-4FD8948BB085}"/>
            </ac:picMkLst>
          </pc:picChg>
          <pc:picChg chg="mod">
            <ac:chgData name="士衡 曹" userId="7e134164ebce8318" providerId="LiveId" clId="{FEE42FEC-DD66-4AFC-B323-9F66E42E48CE}" dt="2025-06-10T07:37:44.952" v="237"/>
            <ac:picMkLst>
              <pc:docMk/>
              <pc:sldMasterMk cId="2209977519" sldId="2147483648"/>
              <pc:sldLayoutMk cId="990158736" sldId="2147483653"/>
              <ac:picMk id="11" creationId="{C133D2B4-19EB-41A2-9540-684D384316F6}"/>
            </ac:picMkLst>
          </pc:picChg>
        </pc:sldLayoutChg>
        <pc:sldLayoutChg chg="modSp">
          <pc:chgData name="士衡 曹" userId="7e134164ebce8318" providerId="LiveId" clId="{FEE42FEC-DD66-4AFC-B323-9F66E42E48CE}" dt="2025-06-10T07:37:44.952" v="237"/>
          <pc:sldLayoutMkLst>
            <pc:docMk/>
            <pc:sldMasterMk cId="2209977519" sldId="2147483648"/>
            <pc:sldLayoutMk cId="727027711" sldId="2147483654"/>
          </pc:sldLayoutMkLst>
          <pc:picChg chg="mod">
            <ac:chgData name="士衡 曹" userId="7e134164ebce8318" providerId="LiveId" clId="{FEE42FEC-DD66-4AFC-B323-9F66E42E48CE}" dt="2025-06-10T07:37:44.952" v="237"/>
            <ac:picMkLst>
              <pc:docMk/>
              <pc:sldMasterMk cId="2209977519" sldId="2147483648"/>
              <pc:sldLayoutMk cId="727027711" sldId="2147483654"/>
              <ac:picMk id="6" creationId="{4AC19681-A5B3-43EA-A17E-94CD8FCCDDB6}"/>
            </ac:picMkLst>
          </pc:picChg>
          <pc:picChg chg="mod">
            <ac:chgData name="士衡 曹" userId="7e134164ebce8318" providerId="LiveId" clId="{FEE42FEC-DD66-4AFC-B323-9F66E42E48CE}" dt="2025-06-10T07:37:44.952" v="237"/>
            <ac:picMkLst>
              <pc:docMk/>
              <pc:sldMasterMk cId="2209977519" sldId="2147483648"/>
              <pc:sldLayoutMk cId="727027711" sldId="2147483654"/>
              <ac:picMk id="7" creationId="{D60D9034-2037-42EB-A9AF-2C6A92C79A42}"/>
            </ac:picMkLst>
          </pc:picChg>
        </pc:sldLayoutChg>
        <pc:sldLayoutChg chg="modSp">
          <pc:chgData name="士衡 曹" userId="7e134164ebce8318" providerId="LiveId" clId="{FEE42FEC-DD66-4AFC-B323-9F66E42E48CE}" dt="2025-06-10T07:37:44.952" v="237"/>
          <pc:sldLayoutMkLst>
            <pc:docMk/>
            <pc:sldMasterMk cId="2209977519" sldId="2147483648"/>
            <pc:sldLayoutMk cId="1212999818" sldId="2147483655"/>
          </pc:sldLayoutMkLst>
          <pc:picChg chg="mod">
            <ac:chgData name="士衡 曹" userId="7e134164ebce8318" providerId="LiveId" clId="{FEE42FEC-DD66-4AFC-B323-9F66E42E48CE}" dt="2025-06-10T07:37:44.952" v="237"/>
            <ac:picMkLst>
              <pc:docMk/>
              <pc:sldMasterMk cId="2209977519" sldId="2147483648"/>
              <pc:sldLayoutMk cId="1212999818" sldId="2147483655"/>
              <ac:picMk id="5" creationId="{EDDC3360-11BF-455D-86B3-5BE2D92388DA}"/>
            </ac:picMkLst>
          </pc:picChg>
          <pc:picChg chg="mod">
            <ac:chgData name="士衡 曹" userId="7e134164ebce8318" providerId="LiveId" clId="{FEE42FEC-DD66-4AFC-B323-9F66E42E48CE}" dt="2025-06-10T07:37:44.952" v="237"/>
            <ac:picMkLst>
              <pc:docMk/>
              <pc:sldMasterMk cId="2209977519" sldId="2147483648"/>
              <pc:sldLayoutMk cId="1212999818" sldId="2147483655"/>
              <ac:picMk id="6" creationId="{4E6D4B21-A569-4782-9E84-185FC22FF2FC}"/>
            </ac:picMkLst>
          </pc:picChg>
        </pc:sldLayoutChg>
        <pc:sldLayoutChg chg="modSp">
          <pc:chgData name="士衡 曹" userId="7e134164ebce8318" providerId="LiveId" clId="{FEE42FEC-DD66-4AFC-B323-9F66E42E48CE}" dt="2025-06-10T07:37:44.952" v="237"/>
          <pc:sldLayoutMkLst>
            <pc:docMk/>
            <pc:sldMasterMk cId="2209977519" sldId="2147483648"/>
            <pc:sldLayoutMk cId="1840726560" sldId="2147483656"/>
          </pc:sldLayoutMkLst>
          <pc:spChg chg="mod">
            <ac:chgData name="士衡 曹" userId="7e134164ebce8318" providerId="LiveId" clId="{FEE42FEC-DD66-4AFC-B323-9F66E42E48CE}" dt="2025-06-10T07:37:44.952" v="237"/>
            <ac:spMkLst>
              <pc:docMk/>
              <pc:sldMasterMk cId="2209977519" sldId="2147483648"/>
              <pc:sldLayoutMk cId="1840726560" sldId="2147483656"/>
              <ac:spMk id="2"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1840726560" sldId="2147483656"/>
              <ac:spMk id="3"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1840726560" sldId="2147483656"/>
              <ac:spMk id="4"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1840726560" sldId="2147483656"/>
              <ac:picMk id="8" creationId="{89B8392B-8DBE-46B2-B1B9-45FAE5EC830C}"/>
            </ac:picMkLst>
          </pc:picChg>
          <pc:picChg chg="mod">
            <ac:chgData name="士衡 曹" userId="7e134164ebce8318" providerId="LiveId" clId="{FEE42FEC-DD66-4AFC-B323-9F66E42E48CE}" dt="2025-06-10T07:37:44.952" v="237"/>
            <ac:picMkLst>
              <pc:docMk/>
              <pc:sldMasterMk cId="2209977519" sldId="2147483648"/>
              <pc:sldLayoutMk cId="1840726560" sldId="2147483656"/>
              <ac:picMk id="9" creationId="{3A7134BA-DEFF-4B17-8CE2-779B3CDDBDAE}"/>
            </ac:picMkLst>
          </pc:picChg>
        </pc:sldLayoutChg>
        <pc:sldLayoutChg chg="modSp">
          <pc:chgData name="士衡 曹" userId="7e134164ebce8318" providerId="LiveId" clId="{FEE42FEC-DD66-4AFC-B323-9F66E42E48CE}" dt="2025-06-10T07:37:44.952" v="237"/>
          <pc:sldLayoutMkLst>
            <pc:docMk/>
            <pc:sldMasterMk cId="2209977519" sldId="2147483648"/>
            <pc:sldLayoutMk cId="3889236939" sldId="2147483657"/>
          </pc:sldLayoutMkLst>
          <pc:spChg chg="mod">
            <ac:chgData name="士衡 曹" userId="7e134164ebce8318" providerId="LiveId" clId="{FEE42FEC-DD66-4AFC-B323-9F66E42E48CE}" dt="2025-06-10T07:37:44.952" v="237"/>
            <ac:spMkLst>
              <pc:docMk/>
              <pc:sldMasterMk cId="2209977519" sldId="2147483648"/>
              <pc:sldLayoutMk cId="3889236939" sldId="2147483657"/>
              <ac:spMk id="2"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3889236939" sldId="2147483657"/>
              <ac:spMk id="3"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3889236939" sldId="2147483657"/>
              <ac:spMk id="4"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3889236939" sldId="2147483657"/>
              <ac:picMk id="8" creationId="{BE4A4FCB-AD6C-428D-B061-0537E2FD0BF0}"/>
            </ac:picMkLst>
          </pc:picChg>
          <pc:picChg chg="mod">
            <ac:chgData name="士衡 曹" userId="7e134164ebce8318" providerId="LiveId" clId="{FEE42FEC-DD66-4AFC-B323-9F66E42E48CE}" dt="2025-06-10T07:37:44.952" v="237"/>
            <ac:picMkLst>
              <pc:docMk/>
              <pc:sldMasterMk cId="2209977519" sldId="2147483648"/>
              <pc:sldLayoutMk cId="3889236939" sldId="2147483657"/>
              <ac:picMk id="9" creationId="{DF7B43EF-66D8-43DD-B33C-7E1D929D07A7}"/>
            </ac:picMkLst>
          </pc:picChg>
        </pc:sldLayoutChg>
        <pc:sldLayoutChg chg="modSp">
          <pc:chgData name="士衡 曹" userId="7e134164ebce8318" providerId="LiveId" clId="{FEE42FEC-DD66-4AFC-B323-9F66E42E48CE}" dt="2025-06-10T07:37:44.952" v="237"/>
          <pc:sldLayoutMkLst>
            <pc:docMk/>
            <pc:sldMasterMk cId="2209977519" sldId="2147483648"/>
            <pc:sldLayoutMk cId="2910927964" sldId="2147483658"/>
          </pc:sldLayoutMkLst>
          <pc:picChg chg="mod">
            <ac:chgData name="士衡 曹" userId="7e134164ebce8318" providerId="LiveId" clId="{FEE42FEC-DD66-4AFC-B323-9F66E42E48CE}" dt="2025-06-10T07:37:44.952" v="237"/>
            <ac:picMkLst>
              <pc:docMk/>
              <pc:sldMasterMk cId="2209977519" sldId="2147483648"/>
              <pc:sldLayoutMk cId="2910927964" sldId="2147483658"/>
              <ac:picMk id="7" creationId="{53AF764D-7AB1-457D-B8B8-931920E99ABF}"/>
            </ac:picMkLst>
          </pc:picChg>
          <pc:picChg chg="mod">
            <ac:chgData name="士衡 曹" userId="7e134164ebce8318" providerId="LiveId" clId="{FEE42FEC-DD66-4AFC-B323-9F66E42E48CE}" dt="2025-06-10T07:37:44.952" v="237"/>
            <ac:picMkLst>
              <pc:docMk/>
              <pc:sldMasterMk cId="2209977519" sldId="2147483648"/>
              <pc:sldLayoutMk cId="2910927964" sldId="2147483658"/>
              <ac:picMk id="8" creationId="{CC6FCD84-D41B-4486-B968-B109AE8325BF}"/>
            </ac:picMkLst>
          </pc:picChg>
        </pc:sldLayoutChg>
        <pc:sldLayoutChg chg="modSp">
          <pc:chgData name="士衡 曹" userId="7e134164ebce8318" providerId="LiveId" clId="{FEE42FEC-DD66-4AFC-B323-9F66E42E48CE}" dt="2025-06-10T07:37:44.952" v="237"/>
          <pc:sldLayoutMkLst>
            <pc:docMk/>
            <pc:sldMasterMk cId="2209977519" sldId="2147483648"/>
            <pc:sldLayoutMk cId="3612223792" sldId="2147483659"/>
          </pc:sldLayoutMkLst>
          <pc:spChg chg="mod">
            <ac:chgData name="士衡 曹" userId="7e134164ebce8318" providerId="LiveId" clId="{FEE42FEC-DD66-4AFC-B323-9F66E42E48CE}" dt="2025-06-10T07:37:44.952" v="237"/>
            <ac:spMkLst>
              <pc:docMk/>
              <pc:sldMasterMk cId="2209977519" sldId="2147483648"/>
              <pc:sldLayoutMk cId="3612223792" sldId="2147483659"/>
              <ac:spMk id="2" creationId="{00000000-0000-0000-0000-000000000000}"/>
            </ac:spMkLst>
          </pc:spChg>
          <pc:spChg chg="mod">
            <ac:chgData name="士衡 曹" userId="7e134164ebce8318" providerId="LiveId" clId="{FEE42FEC-DD66-4AFC-B323-9F66E42E48CE}" dt="2025-06-10T07:37:44.952" v="237"/>
            <ac:spMkLst>
              <pc:docMk/>
              <pc:sldMasterMk cId="2209977519" sldId="2147483648"/>
              <pc:sldLayoutMk cId="3612223792" sldId="2147483659"/>
              <ac:spMk id="3" creationId="{00000000-0000-0000-0000-000000000000}"/>
            </ac:spMkLst>
          </pc:spChg>
          <pc:picChg chg="mod">
            <ac:chgData name="士衡 曹" userId="7e134164ebce8318" providerId="LiveId" clId="{FEE42FEC-DD66-4AFC-B323-9F66E42E48CE}" dt="2025-06-10T07:37:44.952" v="237"/>
            <ac:picMkLst>
              <pc:docMk/>
              <pc:sldMasterMk cId="2209977519" sldId="2147483648"/>
              <pc:sldLayoutMk cId="3612223792" sldId="2147483659"/>
              <ac:picMk id="7" creationId="{179B09AA-6388-4722-B45C-A7443F71E16D}"/>
            </ac:picMkLst>
          </pc:picChg>
          <pc:picChg chg="mod">
            <ac:chgData name="士衡 曹" userId="7e134164ebce8318" providerId="LiveId" clId="{FEE42FEC-DD66-4AFC-B323-9F66E42E48CE}" dt="2025-06-10T07:37:44.952" v="237"/>
            <ac:picMkLst>
              <pc:docMk/>
              <pc:sldMasterMk cId="2209977519" sldId="2147483648"/>
              <pc:sldLayoutMk cId="3612223792" sldId="2147483659"/>
              <ac:picMk id="8" creationId="{0F152CA0-816B-4045-9701-DDB0B75BAC88}"/>
            </ac:picMkLst>
          </pc:picChg>
        </pc:sldLayoutChg>
      </pc:sldMasterChg>
    </pc:docChg>
  </pc:docChgLst>
  <pc:docChgLst>
    <pc:chgData name="士衡 曹" userId="7e134164ebce8318" providerId="LiveId" clId="{DE7EB3F7-68E0-4332-8B15-42D0EABCC221}"/>
    <pc:docChg chg="undo custSel modSld sldOrd">
      <pc:chgData name="士衡 曹" userId="7e134164ebce8318" providerId="LiveId" clId="{DE7EB3F7-68E0-4332-8B15-42D0EABCC221}" dt="2025-06-23T06:18:32.120" v="73" actId="14100"/>
      <pc:docMkLst>
        <pc:docMk/>
      </pc:docMkLst>
      <pc:sldChg chg="addSp modSp mod">
        <pc:chgData name="士衡 曹" userId="7e134164ebce8318" providerId="LiveId" clId="{DE7EB3F7-68E0-4332-8B15-42D0EABCC221}" dt="2025-06-23T06:18:32.120" v="73" actId="14100"/>
        <pc:sldMkLst>
          <pc:docMk/>
          <pc:sldMk cId="0" sldId="256"/>
        </pc:sldMkLst>
        <pc:picChg chg="add mod">
          <ac:chgData name="士衡 曹" userId="7e134164ebce8318" providerId="LiveId" clId="{DE7EB3F7-68E0-4332-8B15-42D0EABCC221}" dt="2025-06-23T06:18:32.120" v="73" actId="14100"/>
          <ac:picMkLst>
            <pc:docMk/>
            <pc:sldMk cId="0" sldId="256"/>
            <ac:picMk id="2" creationId="{02A5345A-7231-C8B1-56E2-810475B41F3D}"/>
          </ac:picMkLst>
        </pc:picChg>
        <pc:picChg chg="add mod">
          <ac:chgData name="士衡 曹" userId="7e134164ebce8318" providerId="LiveId" clId="{DE7EB3F7-68E0-4332-8B15-42D0EABCC221}" dt="2025-06-23T06:18:19.318" v="66" actId="1076"/>
          <ac:picMkLst>
            <pc:docMk/>
            <pc:sldMk cId="0" sldId="256"/>
            <ac:picMk id="3" creationId="{5DF2C757-2F91-4454-A5DE-F45E940E34A2}"/>
          </ac:picMkLst>
        </pc:picChg>
        <pc:picChg chg="add mod">
          <ac:chgData name="士衡 曹" userId="7e134164ebce8318" providerId="LiveId" clId="{DE7EB3F7-68E0-4332-8B15-42D0EABCC221}" dt="2025-06-23T06:18:30.659" v="72" actId="14100"/>
          <ac:picMkLst>
            <pc:docMk/>
            <pc:sldMk cId="0" sldId="256"/>
            <ac:picMk id="4" creationId="{6C0A91C3-F34A-6463-76BF-4AD50749B474}"/>
          </ac:picMkLst>
        </pc:picChg>
        <pc:picChg chg="mod">
          <ac:chgData name="士衡 曹" userId="7e134164ebce8318" providerId="LiveId" clId="{DE7EB3F7-68E0-4332-8B15-42D0EABCC221}" dt="2025-06-23T06:18:10.891" v="64" actId="1076"/>
          <ac:picMkLst>
            <pc:docMk/>
            <pc:sldMk cId="0" sldId="256"/>
            <ac:picMk id="7" creationId="{B4A0F3B8-034D-414C-A469-86C8BAF0C881}"/>
          </ac:picMkLst>
        </pc:picChg>
      </pc:sldChg>
      <pc:sldChg chg="addSp delSp modSp mod">
        <pc:chgData name="士衡 曹" userId="7e134164ebce8318" providerId="LiveId" clId="{DE7EB3F7-68E0-4332-8B15-42D0EABCC221}" dt="2025-06-15T12:34:48.843" v="27" actId="1076"/>
        <pc:sldMkLst>
          <pc:docMk/>
          <pc:sldMk cId="0" sldId="263"/>
        </pc:sldMkLst>
        <pc:spChg chg="mod">
          <ac:chgData name="士衡 曹" userId="7e134164ebce8318" providerId="LiveId" clId="{DE7EB3F7-68E0-4332-8B15-42D0EABCC221}" dt="2025-06-15T12:33:30.165" v="6" actId="1076"/>
          <ac:spMkLst>
            <pc:docMk/>
            <pc:sldMk cId="0" sldId="263"/>
            <ac:spMk id="2" creationId="{00000000-0000-0000-0000-000000000000}"/>
          </ac:spMkLst>
        </pc:spChg>
        <pc:spChg chg="add mod">
          <ac:chgData name="士衡 曹" userId="7e134164ebce8318" providerId="LiveId" clId="{DE7EB3F7-68E0-4332-8B15-42D0EABCC221}" dt="2025-06-15T12:34:12.834" v="22" actId="1076"/>
          <ac:spMkLst>
            <pc:docMk/>
            <pc:sldMk cId="0" sldId="263"/>
            <ac:spMk id="5" creationId="{5A2194E5-11DA-D976-357F-0B45BFADFF44}"/>
          </ac:spMkLst>
        </pc:spChg>
        <pc:spChg chg="mod">
          <ac:chgData name="士衡 曹" userId="7e134164ebce8318" providerId="LiveId" clId="{DE7EB3F7-68E0-4332-8B15-42D0EABCC221}" dt="2025-06-15T12:34:08.351" v="17" actId="1076"/>
          <ac:spMkLst>
            <pc:docMk/>
            <pc:sldMk cId="0" sldId="263"/>
            <ac:spMk id="9" creationId="{A9872442-BEFE-4B88-A7A3-BD9BDA8C6907}"/>
          </ac:spMkLst>
        </pc:spChg>
        <pc:spChg chg="add mod">
          <ac:chgData name="士衡 曹" userId="7e134164ebce8318" providerId="LiveId" clId="{DE7EB3F7-68E0-4332-8B15-42D0EABCC221}" dt="2025-06-15T12:34:18.989" v="23" actId="1076"/>
          <ac:spMkLst>
            <pc:docMk/>
            <pc:sldMk cId="0" sldId="263"/>
            <ac:spMk id="11" creationId="{8F120877-6590-9149-8E81-AB926CCFDC95}"/>
          </ac:spMkLst>
        </pc:spChg>
        <pc:picChg chg="mod">
          <ac:chgData name="士衡 曹" userId="7e134164ebce8318" providerId="LiveId" clId="{DE7EB3F7-68E0-4332-8B15-42D0EABCC221}" dt="2025-06-15T12:34:10.493" v="19" actId="14100"/>
          <ac:picMkLst>
            <pc:docMk/>
            <pc:sldMk cId="0" sldId="263"/>
            <ac:picMk id="10" creationId="{5CA6CD45-5F5F-481E-8053-F61FC0851716}"/>
          </ac:picMkLst>
        </pc:picChg>
      </pc:sldChg>
      <pc:sldChg chg="ord">
        <pc:chgData name="士衡 曹" userId="7e134164ebce8318" providerId="LiveId" clId="{DE7EB3F7-68E0-4332-8B15-42D0EABCC221}" dt="2025-06-15T12:34:29.262" v="25"/>
        <pc:sldMkLst>
          <pc:docMk/>
          <pc:sldMk cId="0" sldId="264"/>
        </pc:sldMkLst>
      </pc:sldChg>
      <pc:sldChg chg="modSp mod">
        <pc:chgData name="士衡 曹" userId="7e134164ebce8318" providerId="LiveId" clId="{DE7EB3F7-68E0-4332-8B15-42D0EABCC221}" dt="2025-06-22T06:51:16.686" v="48" actId="20577"/>
        <pc:sldMkLst>
          <pc:docMk/>
          <pc:sldMk cId="4226046960" sldId="277"/>
        </pc:sldMkLst>
        <pc:spChg chg="mod">
          <ac:chgData name="士衡 曹" userId="7e134164ebce8318" providerId="LiveId" clId="{DE7EB3F7-68E0-4332-8B15-42D0EABCC221}" dt="2025-06-15T12:32:59.752" v="3" actId="207"/>
          <ac:spMkLst>
            <pc:docMk/>
            <pc:sldMk cId="4226046960" sldId="277"/>
            <ac:spMk id="8" creationId="{D7F8E272-B0DD-4A14-810A-722B0894E9EC}"/>
          </ac:spMkLst>
        </pc:spChg>
        <pc:spChg chg="mod">
          <ac:chgData name="士衡 曹" userId="7e134164ebce8318" providerId="LiveId" clId="{DE7EB3F7-68E0-4332-8B15-42D0EABCC221}" dt="2025-06-22T06:51:16.686" v="48" actId="20577"/>
          <ac:spMkLst>
            <pc:docMk/>
            <pc:sldMk cId="4226046960" sldId="277"/>
            <ac:spMk id="12" creationId="{96AE6875-ECA2-4000-919C-99F66081EEDA}"/>
          </ac:spMkLst>
        </pc:spChg>
      </pc:sldChg>
      <pc:sldChg chg="modSp mod">
        <pc:chgData name="士衡 曹" userId="7e134164ebce8318" providerId="LiveId" clId="{DE7EB3F7-68E0-4332-8B15-42D0EABCC221}" dt="2025-06-15T12:34:44.387" v="26" actId="1076"/>
        <pc:sldMkLst>
          <pc:docMk/>
          <pc:sldMk cId="979219211" sldId="279"/>
        </pc:sldMkLst>
        <pc:spChg chg="mod">
          <ac:chgData name="士衡 曹" userId="7e134164ebce8318" providerId="LiveId" clId="{DE7EB3F7-68E0-4332-8B15-42D0EABCC221}" dt="2025-06-15T12:34:44.387" v="26" actId="1076"/>
          <ac:spMkLst>
            <pc:docMk/>
            <pc:sldMk cId="979219211" sldId="279"/>
            <ac:spMk id="8" creationId="{D7F8E272-B0DD-4A14-810A-722B0894E9EC}"/>
          </ac:spMkLst>
        </pc:spChg>
      </pc:sldChg>
      <pc:sldChg chg="addSp modSp mod">
        <pc:chgData name="士衡 曹" userId="7e134164ebce8318" providerId="LiveId" clId="{DE7EB3F7-68E0-4332-8B15-42D0EABCC221}" dt="2025-06-15T12:34:00.021" v="14" actId="1076"/>
        <pc:sldMkLst>
          <pc:docMk/>
          <pc:sldMk cId="3992470467" sldId="284"/>
        </pc:sldMkLst>
        <pc:spChg chg="add mod">
          <ac:chgData name="士衡 曹" userId="7e134164ebce8318" providerId="LiveId" clId="{DE7EB3F7-68E0-4332-8B15-42D0EABCC221}" dt="2025-06-15T12:34:00.021" v="14" actId="1076"/>
          <ac:spMkLst>
            <pc:docMk/>
            <pc:sldMk cId="3992470467" sldId="284"/>
            <ac:spMk id="3" creationId="{EEC1311A-440E-51BE-F21A-F46D17DE97F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85F8D4-55F8-46A9-AEF9-5A68AEB30113}" type="datetimeFigureOut">
              <a:rPr lang="zh-CN" altLang="en-US" smtClean="0"/>
              <a:t>2025/6/23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59EBBB-B7F6-43FA-8E0C-695F574203B6}" type="slidenum">
              <a:rPr lang="zh-CN" altLang="en-US" smtClean="0"/>
              <a:t>‹#›</a:t>
            </a:fld>
            <a:endParaRPr lang="zh-CN" altLang="en-US"/>
          </a:p>
        </p:txBody>
      </p:sp>
    </p:spTree>
    <p:extLst>
      <p:ext uri="{BB962C8B-B14F-4D97-AF65-F5344CB8AC3E}">
        <p14:creationId xmlns:p14="http://schemas.microsoft.com/office/powerpoint/2010/main" val="1981524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Good morning everyone. I'm </a:t>
            </a:r>
            <a:r>
              <a:rPr lang="en-US" altLang="zh-CN" dirty="0" err="1"/>
              <a:t>Shiheng</a:t>
            </a:r>
            <a:r>
              <a:rPr lang="en-US" altLang="zh-CN" dirty="0"/>
              <a:t> Cao from the University of Science and Technology of China. Today I will present our work, </a:t>
            </a:r>
            <a:r>
              <a:rPr lang="en-US" altLang="zh-CN" i="1" dirty="0"/>
              <a:t>AMALI: An Analytical Model for Accurately Modeling LLM Inference on Modern GPUs</a:t>
            </a:r>
            <a:r>
              <a:rPr lang="en-US" altLang="zh-CN" dirty="0"/>
              <a:t>, in collaboration with my colleagues from USTC and SIAT.</a:t>
            </a:r>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1</a:t>
            </a:fld>
            <a:endParaRPr lang="zh-CN" altLang="en-US"/>
          </a:p>
        </p:txBody>
      </p:sp>
    </p:spTree>
    <p:extLst>
      <p:ext uri="{BB962C8B-B14F-4D97-AF65-F5344CB8AC3E}">
        <p14:creationId xmlns:p14="http://schemas.microsoft.com/office/powerpoint/2010/main" val="2199216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Large Language Models like </a:t>
            </a:r>
            <a:r>
              <a:rPr lang="en-US" altLang="zh-CN" dirty="0" err="1"/>
              <a:t>ChatGPT</a:t>
            </a:r>
            <a:r>
              <a:rPr lang="en-US" altLang="zh-CN" dirty="0"/>
              <a:t> and Copilot have changed how we use AI — but running them is GPU-intensive.</a:t>
            </a:r>
          </a:p>
          <a:p>
            <a:r>
              <a:rPr lang="en-US" altLang="zh-CN" dirty="0"/>
              <a:t>These models rely heavily on </a:t>
            </a:r>
            <a:r>
              <a:rPr lang="en-US" altLang="zh-CN" b="1" dirty="0"/>
              <a:t>GEMM operations</a:t>
            </a:r>
            <a:r>
              <a:rPr lang="en-US" altLang="zh-CN" dirty="0"/>
              <a:t>, and they run on GPUs with </a:t>
            </a:r>
            <a:r>
              <a:rPr lang="en-US" altLang="zh-CN" b="1" dirty="0"/>
              <a:t>tensor cores</a:t>
            </a:r>
            <a:r>
              <a:rPr lang="en-US" altLang="zh-CN" dirty="0"/>
              <a:t>, </a:t>
            </a:r>
            <a:r>
              <a:rPr lang="en-US" altLang="zh-CN" b="1" dirty="0"/>
              <a:t>multi-level caches</a:t>
            </a:r>
            <a:r>
              <a:rPr lang="en-US" altLang="zh-CN" dirty="0"/>
              <a:t>, and </a:t>
            </a:r>
            <a:r>
              <a:rPr lang="en-US" altLang="zh-CN" b="1" dirty="0"/>
              <a:t>complex warp behavior</a:t>
            </a:r>
            <a:r>
              <a:rPr lang="en-US" altLang="zh-CN" dirty="0"/>
              <a:t>.</a:t>
            </a:r>
          </a:p>
          <a:p>
            <a:r>
              <a:rPr lang="en-US" altLang="zh-CN" dirty="0"/>
              <a:t>To understand and optimize their performance, we need tools that are not only accurate, but also fast and insightful.</a:t>
            </a:r>
          </a:p>
          <a:p>
            <a:r>
              <a:rPr lang="en-US" altLang="zh-CN" dirty="0"/>
              <a:t>Simulators are accurate, but way too slow to be practical.</a:t>
            </a:r>
            <a:br>
              <a:rPr lang="en-US" altLang="zh-CN" dirty="0"/>
            </a:br>
            <a:r>
              <a:rPr lang="en-US" altLang="zh-CN" dirty="0"/>
              <a:t>DL-based models are faster, but they’re black boxes — we can't tell why performance changes.</a:t>
            </a:r>
          </a:p>
          <a:p>
            <a:r>
              <a:rPr lang="en-US" altLang="zh-CN" dirty="0"/>
              <a:t>That’s where analytical models come in. They’re fast, they’re interpretable, and they’re architecture-aware.</a:t>
            </a:r>
          </a:p>
          <a:p>
            <a:r>
              <a:rPr lang="en-US" altLang="zh-CN" dirty="0"/>
              <a:t>And that’s why we built </a:t>
            </a:r>
            <a:r>
              <a:rPr lang="en-US" altLang="zh-CN" b="1" dirty="0"/>
              <a:t>AMALI</a:t>
            </a:r>
            <a:r>
              <a:rPr lang="en-US" altLang="zh-CN" dirty="0"/>
              <a:t> — to make LLM inference modeling both accurate and practical.</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3</a:t>
            </a:fld>
            <a:endParaRPr lang="zh-CN" altLang="en-US"/>
          </a:p>
        </p:txBody>
      </p:sp>
    </p:spTree>
    <p:extLst>
      <p:ext uri="{BB962C8B-B14F-4D97-AF65-F5344CB8AC3E}">
        <p14:creationId xmlns:p14="http://schemas.microsoft.com/office/powerpoint/2010/main" val="299206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a:t>
            </a:r>
            <a:r>
              <a:rPr lang="en-US" altLang="zh-CN" dirty="0" err="1"/>
              <a:t>setction</a:t>
            </a:r>
            <a:r>
              <a:rPr lang="en-US" altLang="zh-CN" dirty="0"/>
              <a:t>, we review prior analytical models that rely on </a:t>
            </a:r>
            <a:r>
              <a:rPr lang="en-US" altLang="zh-CN" b="1" dirty="0"/>
              <a:t>interval analysis</a:t>
            </a:r>
            <a:r>
              <a:rPr lang="en-US" altLang="zh-CN" dirty="0"/>
              <a:t>, such as </a:t>
            </a:r>
            <a:r>
              <a:rPr lang="en-US" altLang="zh-CN" dirty="0" err="1"/>
              <a:t>GPUMech</a:t>
            </a:r>
            <a:r>
              <a:rPr lang="en-US" altLang="zh-CN" dirty="0"/>
              <a:t> [MICRO '14], MDM [MICRO '20], and the most recent </a:t>
            </a:r>
            <a:r>
              <a:rPr lang="en-US" altLang="zh-CN" dirty="0" err="1"/>
              <a:t>GCoM</a:t>
            </a:r>
            <a:r>
              <a:rPr lang="en-US" altLang="zh-CN" dirty="0"/>
              <a:t> [ISCA '22].</a:t>
            </a:r>
          </a:p>
          <a:p>
            <a:r>
              <a:rPr lang="en-US" altLang="zh-CN" dirty="0"/>
              <a:t>These models adopt a </a:t>
            </a:r>
            <a:r>
              <a:rPr lang="en-US" altLang="zh-CN" b="1" dirty="0"/>
              <a:t>single-warp abstraction</a:t>
            </a:r>
            <a:r>
              <a:rPr lang="en-US" altLang="zh-CN" dirty="0"/>
              <a:t>: they pick a representative warp, then perform </a:t>
            </a:r>
            <a:r>
              <a:rPr lang="en-US" altLang="zh-CN" b="1" dirty="0"/>
              <a:t>interval analysis</a:t>
            </a:r>
            <a:r>
              <a:rPr lang="en-US" altLang="zh-CN" dirty="0"/>
              <a:t> to identify when and why the warp stalls — due to dependencies, memory latency, or resource contention.</a:t>
            </a:r>
          </a:p>
          <a:p>
            <a:r>
              <a:rPr lang="en-US" altLang="zh-CN" dirty="0"/>
              <a:t>As shown on the right, they simulate an </a:t>
            </a:r>
            <a:r>
              <a:rPr lang="en-US" altLang="zh-CN" b="1" dirty="0"/>
              <a:t>instruction issue timeline</a:t>
            </a:r>
            <a:r>
              <a:rPr lang="en-US" altLang="zh-CN" dirty="0"/>
              <a:t>. Intervals indicate stall cycles; arrows show issued instructions. Some instructions depend on earlier results — so stalls occur between them.</a:t>
            </a:r>
          </a:p>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4</a:t>
            </a:fld>
            <a:endParaRPr lang="zh-CN" altLang="en-US"/>
          </a:p>
        </p:txBody>
      </p:sp>
    </p:spTree>
    <p:extLst>
      <p:ext uri="{BB962C8B-B14F-4D97-AF65-F5344CB8AC3E}">
        <p14:creationId xmlns:p14="http://schemas.microsoft.com/office/powerpoint/2010/main" val="19083015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While the interval-based model gives us a foundation, real GPU performance is affected by more than dependencies.</a:t>
            </a:r>
          </a:p>
          <a:p>
            <a:r>
              <a:rPr lang="en-US" altLang="zh-CN" dirty="0" err="1"/>
              <a:t>GPUMech</a:t>
            </a:r>
            <a:r>
              <a:rPr lang="en-US" altLang="zh-CN" dirty="0"/>
              <a:t> </a:t>
            </a:r>
            <a:r>
              <a:rPr lang="en-US" altLang="zh-CN" dirty="0" err="1"/>
              <a:t>instroduces</a:t>
            </a:r>
            <a:r>
              <a:rPr lang="en-US" altLang="zh-CN" dirty="0"/>
              <a:t> Multi warp model to model </a:t>
            </a:r>
            <a:r>
              <a:rPr lang="en-US" altLang="zh-CN" dirty="0" err="1"/>
              <a:t>gpu</a:t>
            </a:r>
            <a:r>
              <a:rPr lang="en-US" altLang="zh-CN" dirty="0"/>
              <a:t> behavior</a:t>
            </a:r>
          </a:p>
          <a:p>
            <a:r>
              <a:rPr lang="en-US" altLang="zh-CN" b="1" dirty="0"/>
              <a:t>MDM</a:t>
            </a:r>
            <a:r>
              <a:rPr lang="en-US" altLang="zh-CN" dirty="0"/>
              <a:t> introduces memory-side contention modeling — it estimates queuing delay due to MSHR, </a:t>
            </a:r>
            <a:r>
              <a:rPr lang="en-US" altLang="zh-CN" dirty="0" err="1"/>
              <a:t>NoC</a:t>
            </a:r>
            <a:r>
              <a:rPr lang="en-US" altLang="zh-CN" dirty="0"/>
              <a:t>, and DRAM backpressure.</a:t>
            </a:r>
          </a:p>
          <a:p>
            <a:r>
              <a:rPr lang="en-US" altLang="zh-CN" b="1" dirty="0" err="1"/>
              <a:t>GCoM</a:t>
            </a:r>
            <a:r>
              <a:rPr lang="en-US" altLang="zh-CN" dirty="0"/>
              <a:t> goes further by modeling the detailed microarchitectural characteristics of modern GPUs:</a:t>
            </a:r>
          </a:p>
          <a:p>
            <a:pPr>
              <a:buFont typeface="Arial" panose="020B0604020202020204" pitchFamily="34" charset="0"/>
              <a:buChar char="•"/>
            </a:pPr>
            <a:r>
              <a:rPr lang="en-US" altLang="zh-CN" b="1" dirty="0"/>
              <a:t>Compute structural stalls</a:t>
            </a:r>
            <a:r>
              <a:rPr lang="en-US" altLang="zh-CN" dirty="0"/>
              <a:t> from limited per-sub-core functional units</a:t>
            </a:r>
          </a:p>
          <a:p>
            <a:pPr>
              <a:buFont typeface="Arial" panose="020B0604020202020204" pitchFamily="34" charset="0"/>
              <a:buChar char="•"/>
            </a:pPr>
            <a:r>
              <a:rPr lang="en-US" altLang="zh-CN" b="1" dirty="0"/>
              <a:t>Memory structural stalls</a:t>
            </a:r>
            <a:r>
              <a:rPr lang="en-US" altLang="zh-CN" dirty="0"/>
              <a:t> due to fewer L1D banks</a:t>
            </a:r>
          </a:p>
          <a:p>
            <a:pPr>
              <a:buFont typeface="Arial" panose="020B0604020202020204" pitchFamily="34" charset="0"/>
              <a:buChar char="•"/>
            </a:pPr>
            <a:r>
              <a:rPr lang="en-US" altLang="zh-CN" b="1" dirty="0"/>
              <a:t>Idle stalls</a:t>
            </a:r>
            <a:r>
              <a:rPr lang="en-US" altLang="zh-CN" dirty="0"/>
              <a:t> caused by intra- and inter-core load imbalance</a:t>
            </a:r>
          </a:p>
          <a:p>
            <a:r>
              <a:rPr lang="en-US" altLang="zh-CN" dirty="0"/>
              <a:t>These are modeled by breaking down execution into more detailed CPI stack components — enabling higher accuracy.</a:t>
            </a:r>
          </a:p>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5</a:t>
            </a:fld>
            <a:endParaRPr lang="zh-CN" altLang="en-US"/>
          </a:p>
        </p:txBody>
      </p:sp>
    </p:spTree>
    <p:extLst>
      <p:ext uri="{BB962C8B-B14F-4D97-AF65-F5344CB8AC3E}">
        <p14:creationId xmlns:p14="http://schemas.microsoft.com/office/powerpoint/2010/main" val="3863734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However, previous methods have significant limitations when applied to LLM inference. The first major issue lies in </a:t>
            </a:r>
            <a:r>
              <a:rPr lang="en-US" altLang="zh-CN" b="1" dirty="0"/>
              <a:t>tensor core modeling</a:t>
            </a:r>
            <a:r>
              <a:rPr lang="en-US" altLang="zh-CN" dirty="0"/>
              <a:t>.</a:t>
            </a:r>
          </a:p>
          <a:p>
            <a:r>
              <a:rPr lang="en-US" altLang="zh-CN" dirty="0"/>
              <a:t>As we discussed earlier, LLM inference heavily relies on GEMM kernels that utilize tensor cores. But previous work directly applied CUDA core modeling approaches to tensor cores - specifically, they used the </a:t>
            </a:r>
            <a:r>
              <a:rPr lang="en-US" altLang="zh-CN" b="1" dirty="0"/>
              <a:t>initiation interval</a:t>
            </a:r>
            <a:r>
              <a:rPr lang="en-US" altLang="zh-CN" dirty="0"/>
              <a:t> method.</a:t>
            </a:r>
          </a:p>
          <a:p>
            <a:r>
              <a:rPr lang="en-US" altLang="zh-CN" dirty="0"/>
              <a:t>Let me explain the key problem here. Looking at the upper diagram on the right, let's assume we have a warp with 8 threads and 4 FP units. Due to insufficient compute units, the warp must be split across two cycles for execution. This is how the initiation interval approach models the functional unit contention.</a:t>
            </a:r>
          </a:p>
          <a:p>
            <a:r>
              <a:rPr lang="en-US" altLang="zh-CN" dirty="0"/>
              <a:t>But here's the critical difference: </a:t>
            </a:r>
            <a:r>
              <a:rPr lang="en-US" altLang="zh-CN" b="1" dirty="0"/>
              <a:t>tensor cores don't work this way</a:t>
            </a:r>
            <a:r>
              <a:rPr lang="en-US" altLang="zh-CN" dirty="0"/>
              <a:t>. Tensor cores use a collaborative execution model where threads work together cooperatively. This fundamental difference means that for tensor core instructions, the number of issue and execution cycles is completely independent of both the warp size and the number of compute units.</a:t>
            </a:r>
          </a:p>
          <a:p>
            <a:r>
              <a:rPr lang="en-US" altLang="zh-CN" dirty="0"/>
              <a:t>This collaborative nature of tensor cores makes the traditional initiation interval modeling approach fundamentally flawed when applied to tensor core operations, leading to inaccurate performance predictions for LLM inference workloads.</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6</a:t>
            </a:fld>
            <a:endParaRPr lang="zh-CN" altLang="en-US"/>
          </a:p>
        </p:txBody>
      </p:sp>
    </p:spTree>
    <p:extLst>
      <p:ext uri="{BB962C8B-B14F-4D97-AF65-F5344CB8AC3E}">
        <p14:creationId xmlns:p14="http://schemas.microsoft.com/office/powerpoint/2010/main" val="25548743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Another important insight is </a:t>
            </a:r>
            <a:r>
              <a:rPr lang="en-US" altLang="zh-CN" b="1" dirty="0"/>
              <a:t>instruction modifiers</a:t>
            </a:r>
            <a:r>
              <a:rPr lang="en-US" altLang="zh-CN" dirty="0"/>
              <a:t> influencing tensor core behavior. We conducted an experiment where we modified the SASS instruction modifiers in a tensor core-dominated benchmark. The original instruction was HMMA.16816 - this means multiplying a 16×8 matrix with an 8×16 matrix to produce a 16×16 result matrix. We then changed the modifier from 16816 to 1688, which reduces the computation by half - now we're computing a 16×8 result instead of 16×16.</a:t>
            </a:r>
          </a:p>
          <a:p>
            <a:r>
              <a:rPr lang="en-US" altLang="zh-CN" dirty="0"/>
              <a:t>Looking at the left graph : the execution time dropped by exactly half, from the blue point to the red point. This reveals something crucial about tensor cores - </a:t>
            </a:r>
            <a:r>
              <a:rPr lang="en-US" altLang="zh-CN" b="1" dirty="0"/>
              <a:t>they operate at a fixed throughput</a:t>
            </a:r>
            <a:r>
              <a:rPr lang="en-US" altLang="zh-CN" dirty="0"/>
              <a:t>. When we halved the computational workload, the cycles also halved proportionally.</a:t>
            </a:r>
          </a:p>
          <a:p>
            <a:r>
              <a:rPr lang="en-US" altLang="zh-CN" dirty="0"/>
              <a:t>This behavior is fundamentally different from CUDA cores. The right side shows how different initiation interval values affect modeling results. The blue portion represents delays caused by computing resource contention. Notice that </a:t>
            </a:r>
            <a:r>
              <a:rPr lang="en-US" altLang="zh-CN" dirty="0" err="1"/>
              <a:t>GCoM's</a:t>
            </a:r>
            <a:r>
              <a:rPr lang="en-US" altLang="zh-CN" dirty="0"/>
              <a:t> value is twice our modeling approach, and the final results are also roughly twice as large. This demonstrates that the </a:t>
            </a:r>
            <a:r>
              <a:rPr lang="en-US" altLang="zh-CN" b="1" dirty="0"/>
              <a:t>throughput-based CPI estimation</a:t>
            </a:r>
            <a:r>
              <a:rPr lang="en-US" altLang="zh-CN" dirty="0"/>
              <a:t> we propose significantly improves accuracy compared to traditional initiation interval approaches.</a:t>
            </a:r>
          </a:p>
          <a:p>
            <a:r>
              <a:rPr lang="en-US" altLang="zh-CN" dirty="0"/>
              <a:t>The key insight is that tensor core instructions execute with predictable throughput characteristics, making the number of issue and execution cycles independent of both warp size and the number of compute units.</a:t>
            </a:r>
          </a:p>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7</a:t>
            </a:fld>
            <a:endParaRPr lang="zh-CN" altLang="en-US"/>
          </a:p>
        </p:txBody>
      </p:sp>
    </p:spTree>
    <p:extLst>
      <p:ext uri="{BB962C8B-B14F-4D97-AF65-F5344CB8AC3E}">
        <p14:creationId xmlns:p14="http://schemas.microsoft.com/office/powerpoint/2010/main" val="32381691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Beyond tensor core modeling, there's another critical limitation in existing approaches - </a:t>
            </a:r>
            <a:r>
              <a:rPr lang="en-US" altLang="zh-CN" b="1" dirty="0"/>
              <a:t>ignored cache miss scenarios</a:t>
            </a:r>
            <a:r>
              <a:rPr lang="en-US" altLang="zh-CN" dirty="0"/>
              <a:t> that significantly impact LLM inference performance.</a:t>
            </a:r>
          </a:p>
          <a:p>
            <a:r>
              <a:rPr lang="en-US" altLang="zh-CN" dirty="0"/>
              <a:t>  When we compared the stall classification used in prior work with the actual hardware stall types reported by </a:t>
            </a:r>
            <a:r>
              <a:rPr lang="en-US" altLang="zh-CN" dirty="0" err="1"/>
              <a:t>Nsight</a:t>
            </a:r>
            <a:r>
              <a:rPr lang="en-US" altLang="zh-CN" dirty="0"/>
              <a:t> Compute, we discovered two major gaps: </a:t>
            </a:r>
            <a:r>
              <a:rPr lang="en-US" altLang="zh-CN" b="1" dirty="0"/>
              <a:t>Immediate Constant Cache (IMC) miss</a:t>
            </a:r>
            <a:r>
              <a:rPr lang="en-US" altLang="zh-CN" dirty="0"/>
              <a:t> and </a:t>
            </a:r>
            <a:r>
              <a:rPr lang="en-US" altLang="zh-CN" b="1" dirty="0"/>
              <a:t>Instruction Cache (IS) miss</a:t>
            </a:r>
            <a:r>
              <a:rPr lang="en-US" altLang="zh-CN" dirty="0"/>
              <a:t> stalls were completely overlooked.</a:t>
            </a:r>
          </a:p>
          <a:p>
            <a:r>
              <a:rPr lang="en-US" altLang="zh-CN" dirty="0"/>
              <a:t>The impact of this oversight is substantial. Looking at the bottom graph, our analysis of Llama-3 inference on RTX 3090 reveals that these two stall types account for a significant portion of execution delays. The blue dots represent IMC cache miss stalls, while the red squares show "no instruction" stalls - and you can see their combined impact (green diamonds) represents a considerable fraction of the total stall ratio.</a:t>
            </a:r>
          </a:p>
          <a:p>
            <a:r>
              <a:rPr lang="en-US" altLang="zh-CN" dirty="0"/>
              <a:t>  Previous work did model some constant memory accesses through LDC and STC instructions. However, the more common pattern in modern GPU code is </a:t>
            </a:r>
            <a:r>
              <a:rPr lang="en-US" altLang="zh-CN" b="1" dirty="0"/>
              <a:t>implicit constant memory access</a:t>
            </a:r>
            <a:r>
              <a:rPr lang="en-US" altLang="zh-CN" dirty="0"/>
              <a:t> - where constant variables are directly encoded into instructions themselves. For example, an instruction like showed in green includes the constant access directly in the instruction encoding.</a:t>
            </a:r>
          </a:p>
          <a:p>
            <a:r>
              <a:rPr lang="en-US" altLang="zh-CN" dirty="0"/>
              <a:t>This means that when these implicit constant accesses miss the IMC, they create stalls that existing models simply don't account for. Similarly, instruction cache misses create execution bubbles that prior work ignored entirely.</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8</a:t>
            </a:fld>
            <a:endParaRPr lang="zh-CN" altLang="en-US"/>
          </a:p>
        </p:txBody>
      </p:sp>
    </p:spTree>
    <p:extLst>
      <p:ext uri="{BB962C8B-B14F-4D97-AF65-F5344CB8AC3E}">
        <p14:creationId xmlns:p14="http://schemas.microsoft.com/office/powerpoint/2010/main" val="22098702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 third critical limitation is the </a:t>
            </a:r>
            <a:r>
              <a:rPr lang="en-US" altLang="zh-CN" b="1" dirty="0"/>
              <a:t>uniform warp behavior assumption</a:t>
            </a:r>
            <a:r>
              <a:rPr lang="en-US" altLang="zh-CN" dirty="0"/>
              <a:t>.</a:t>
            </a:r>
          </a:p>
          <a:p>
            <a:r>
              <a:rPr lang="en-US" altLang="zh-CN" dirty="0"/>
              <a:t>Existing models assume all warps execute uniformly, but LLM inference shows significant </a:t>
            </a:r>
            <a:r>
              <a:rPr lang="en-US" altLang="zh-CN" b="1" dirty="0"/>
              <a:t>instruction divergence</a:t>
            </a:r>
            <a:r>
              <a:rPr lang="en-US" altLang="zh-CN" dirty="0"/>
              <a:t>. The histograms demonstrate this - some warps execute hundreds of instructions while others execute tens of thousands. This creates </a:t>
            </a:r>
            <a:r>
              <a:rPr lang="en-US" altLang="zh-CN" b="1" dirty="0"/>
              <a:t>idle cycles</a:t>
            </a:r>
            <a:r>
              <a:rPr lang="en-US" altLang="zh-CN" dirty="0"/>
              <a:t> that prior analytical models completely miss, limiting their accuracy for LLM workloads.</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9</a:t>
            </a:fld>
            <a:endParaRPr lang="zh-CN" altLang="en-US"/>
          </a:p>
        </p:txBody>
      </p:sp>
    </p:spTree>
    <p:extLst>
      <p:ext uri="{BB962C8B-B14F-4D97-AF65-F5344CB8AC3E}">
        <p14:creationId xmlns:p14="http://schemas.microsoft.com/office/powerpoint/2010/main" val="2696137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Previous GPU performance modeling approaches face three critical limitations when applied to LLM inference:</a:t>
            </a:r>
          </a:p>
          <a:p>
            <a:r>
              <a:rPr lang="en-US" altLang="zh-CN" b="1" dirty="0"/>
              <a:t>First, inaccurate tensor core modeling.</a:t>
            </a:r>
            <a:r>
              <a:rPr lang="en-US" altLang="zh-CN" dirty="0"/>
              <a:t> Existing methods directly apply CUDA core approaches using initiation intervals to tensor cores. However, tensor cores use collaborative execution where threads work cooperatively, making execution cycles independent of warp size and compute units. This fundamental difference leads to significant modeling errors.</a:t>
            </a:r>
          </a:p>
          <a:p>
            <a:r>
              <a:rPr lang="en-US" altLang="zh-CN" b="1" dirty="0"/>
              <a:t>Second, ignored cache miss scenarios.</a:t>
            </a:r>
            <a:r>
              <a:rPr lang="en-US" altLang="zh-CN" dirty="0"/>
              <a:t> Prior work overlooks two major stall types: Immediate Constant Cache misses and Instruction Cache misses. Our analysis shows these account for substantial execution delays in LLM inference, yet existing models completely ignore them.</a:t>
            </a:r>
          </a:p>
          <a:p>
            <a:r>
              <a:rPr lang="en-US" altLang="zh-CN" b="1" dirty="0"/>
              <a:t>Third, uniform warp behavior assumption.</a:t>
            </a:r>
            <a:r>
              <a:rPr lang="en-US" altLang="zh-CN" dirty="0"/>
              <a:t> Current models assume all warps execute uniformly, but LLM inference exhibits significant instruction divergence - some warps execute hundreds of instructions while others execute tens of thousands. This creates idle cycles that analytical models miss entirely.</a:t>
            </a:r>
          </a:p>
          <a:p>
            <a:r>
              <a:rPr lang="en-US" altLang="zh-CN" dirty="0"/>
              <a:t>These limitations make existing approaches fundamentally inadequate for accurate LLM inference performance prediction.</a:t>
            </a:r>
          </a:p>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10</a:t>
            </a:fld>
            <a:endParaRPr lang="zh-CN" altLang="en-US"/>
          </a:p>
        </p:txBody>
      </p:sp>
    </p:spTree>
    <p:extLst>
      <p:ext uri="{BB962C8B-B14F-4D97-AF65-F5344CB8AC3E}">
        <p14:creationId xmlns:p14="http://schemas.microsoft.com/office/powerpoint/2010/main" val="3354892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zh-CN" dirty="0"/>
              <a:t>To overcome these limitation, we proposed AMALI. It consists of seven components.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zh-CN" altLang="zh-CN" sz="1400" b="1" i="0" u="none" strike="noStrike" cap="none" normalizeH="0" baseline="0" dirty="0">
                <a:ln>
                  <a:noFill/>
                </a:ln>
                <a:solidFill>
                  <a:schemeClr val="tx1"/>
                </a:solidFill>
                <a:effectLst/>
              </a:rPr>
              <a:t>SASS Tracer</a:t>
            </a:r>
            <a:br>
              <a:rPr kumimoji="0" lang="zh-CN" altLang="zh-CN" sz="1400" b="0" i="0" u="none" strike="noStrike" cap="none" normalizeH="0" baseline="0" dirty="0">
                <a:ln>
                  <a:noFill/>
                </a:ln>
                <a:solidFill>
                  <a:schemeClr val="tx1"/>
                </a:solidFill>
                <a:effectLst/>
              </a:rPr>
            </a:br>
            <a:r>
              <a:rPr lang="en-US" altLang="zh-CN" sz="1400" dirty="0"/>
              <a:t>  </a:t>
            </a:r>
            <a:r>
              <a:rPr kumimoji="0" lang="zh-CN" altLang="zh-CN" sz="1200" b="0" i="0" u="none" strike="noStrike" cap="none" normalizeH="0" baseline="0" dirty="0">
                <a:ln>
                  <a:noFill/>
                </a:ln>
                <a:solidFill>
                  <a:schemeClr val="tx1"/>
                </a:solidFill>
                <a:effectLst/>
              </a:rPr>
              <a:t>Dynamically collects SASS instruction traces from real GPU execution </a:t>
            </a:r>
            <a:r>
              <a:rPr kumimoji="0" lang="en-US" altLang="zh-CN" sz="1200" b="0" i="0" u="none" strike="noStrike" cap="none" normalizeH="0" baseline="0" dirty="0">
                <a:ln>
                  <a:noFill/>
                </a:ln>
                <a:solidFill>
                  <a:schemeClr val="tx1"/>
                </a:solidFill>
                <a:effectLst/>
              </a:rPr>
              <a:t>with</a:t>
            </a:r>
            <a:r>
              <a:rPr kumimoji="0" lang="zh-CN" altLang="zh-CN" sz="1200" b="0" i="0" u="none" strike="noStrike" cap="none" normalizeH="0" baseline="0" dirty="0">
                <a:ln>
                  <a:noFill/>
                </a:ln>
                <a:solidFill>
                  <a:schemeClr val="tx1"/>
                </a:solidFill>
                <a:effectLst/>
              </a:rPr>
              <a:t> NVBit.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1400" b="1" i="0" u="none" strike="noStrike" cap="none" normalizeH="0" baseline="0" dirty="0">
                <a:ln>
                  <a:noFill/>
                </a:ln>
                <a:solidFill>
                  <a:schemeClr val="tx1"/>
                </a:solidFill>
                <a:effectLst/>
              </a:rPr>
              <a:t> </a:t>
            </a:r>
            <a:r>
              <a:rPr kumimoji="0" lang="zh-CN" altLang="zh-CN" sz="1400" b="1" i="0" u="none" strike="noStrike" cap="none" normalizeH="0" baseline="0" dirty="0">
                <a:ln>
                  <a:noFill/>
                </a:ln>
                <a:solidFill>
                  <a:schemeClr val="tx1"/>
                </a:solidFill>
                <a:effectLst/>
              </a:rPr>
              <a:t>SASS Parser</a:t>
            </a:r>
            <a:br>
              <a:rPr kumimoji="0" lang="zh-CN" altLang="zh-CN" sz="1400" b="0" i="0" u="none" strike="noStrike" cap="none" normalizeH="0" baseline="0" dirty="0">
                <a:ln>
                  <a:noFill/>
                </a:ln>
                <a:solidFill>
                  <a:schemeClr val="tx1"/>
                </a:solidFill>
                <a:effectLst/>
              </a:rPr>
            </a:br>
            <a:r>
              <a:rPr kumimoji="0" lang="en-US" altLang="zh-CN" sz="1400" b="0" i="0" u="none" strike="noStrike" cap="none" normalizeH="0" baseline="0" dirty="0">
                <a:ln>
                  <a:noFill/>
                </a:ln>
                <a:solidFill>
                  <a:schemeClr val="tx1"/>
                </a:solidFill>
                <a:effectLst/>
              </a:rPr>
              <a:t>  </a:t>
            </a:r>
            <a:r>
              <a:rPr kumimoji="0" lang="zh-CN" altLang="zh-CN" sz="1200" b="0" i="0" u="none" strike="noStrike" cap="none" normalizeH="0" baseline="0" dirty="0">
                <a:ln>
                  <a:noFill/>
                </a:ln>
                <a:solidFill>
                  <a:schemeClr val="tx1"/>
                </a:solidFill>
                <a:effectLst/>
              </a:rPr>
              <a:t>Decodes SASS instructions to extract operation type</a:t>
            </a:r>
            <a:r>
              <a:rPr kumimoji="0" lang="en-US" altLang="zh-CN" sz="1200" b="0" i="0" u="none" strike="noStrike" cap="none" normalizeH="0" baseline="0" dirty="0">
                <a:ln>
                  <a:noFill/>
                </a:ln>
                <a:solidFill>
                  <a:schemeClr val="tx1"/>
                </a:solidFill>
                <a:effectLst/>
              </a:rPr>
              <a:t> and</a:t>
            </a:r>
            <a:r>
              <a:rPr kumimoji="0" lang="zh-CN" altLang="zh-CN" sz="1200" b="0" i="0" u="none" strike="noStrike" cap="none" normalizeH="0" baseline="0" dirty="0">
                <a:ln>
                  <a:noFill/>
                </a:ln>
                <a:solidFill>
                  <a:schemeClr val="tx1"/>
                </a:solidFill>
                <a:effectLst/>
              </a:rPr>
              <a:t> data dependencies.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1400" b="1" i="0" u="none" strike="noStrike" cap="none" normalizeH="0" baseline="0" dirty="0">
                <a:ln>
                  <a:noFill/>
                </a:ln>
                <a:solidFill>
                  <a:schemeClr val="tx1"/>
                </a:solidFill>
                <a:effectLst/>
              </a:rPr>
              <a:t> </a:t>
            </a:r>
            <a:r>
              <a:rPr kumimoji="0" lang="zh-CN" altLang="zh-CN" sz="1400" b="1" i="0" u="none" strike="noStrike" cap="none" normalizeH="0" baseline="0" dirty="0">
                <a:ln>
                  <a:noFill/>
                </a:ln>
                <a:solidFill>
                  <a:schemeClr val="tx1"/>
                </a:solidFill>
                <a:effectLst/>
              </a:rPr>
              <a:t>Cache Simulator</a:t>
            </a:r>
            <a:br>
              <a:rPr kumimoji="0" lang="zh-CN" altLang="zh-CN" sz="1400" b="0" i="0" u="none" strike="noStrike" cap="none" normalizeH="0" baseline="0" dirty="0">
                <a:ln>
                  <a:noFill/>
                </a:ln>
                <a:solidFill>
                  <a:schemeClr val="tx1"/>
                </a:solidFill>
                <a:effectLst/>
              </a:rPr>
            </a:br>
            <a:r>
              <a:rPr kumimoji="0" lang="en-US" altLang="zh-CN" sz="1400" b="0" i="0" u="none" strike="noStrike" cap="none" normalizeH="0" baseline="0" dirty="0">
                <a:ln>
                  <a:noFill/>
                </a:ln>
                <a:solidFill>
                  <a:schemeClr val="tx1"/>
                </a:solidFill>
                <a:effectLst/>
              </a:rPr>
              <a:t>  </a:t>
            </a:r>
            <a:r>
              <a:rPr kumimoji="0" lang="zh-CN" altLang="zh-CN" sz="1200" b="0" i="0" u="none" strike="noStrike" cap="none" normalizeH="0" baseline="0" dirty="0">
                <a:ln>
                  <a:noFill/>
                </a:ln>
                <a:solidFill>
                  <a:schemeClr val="tx1"/>
                </a:solidFill>
                <a:effectLst/>
              </a:rPr>
              <a:t>Models</a:t>
            </a:r>
            <a:r>
              <a:rPr lang="en-US" altLang="zh-CN" sz="1200" dirty="0"/>
              <a:t> cache behavior to get average memory access time</a:t>
            </a:r>
            <a:r>
              <a:rPr kumimoji="0" lang="zh-CN" altLang="zh-CN" sz="12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1400" b="1" i="0" u="none" strike="noStrike" cap="none" normalizeH="0" baseline="0" dirty="0">
                <a:ln>
                  <a:noFill/>
                </a:ln>
                <a:solidFill>
                  <a:schemeClr val="tx1"/>
                </a:solidFill>
                <a:effectLst/>
              </a:rPr>
              <a:t> </a:t>
            </a:r>
            <a:r>
              <a:rPr kumimoji="0" lang="zh-CN" altLang="zh-CN" sz="1400" b="1" i="0" u="none" strike="noStrike" cap="none" normalizeH="0" baseline="0" dirty="0">
                <a:ln>
                  <a:noFill/>
                </a:ln>
                <a:solidFill>
                  <a:schemeClr val="tx1"/>
                </a:solidFill>
                <a:effectLst/>
              </a:rPr>
              <a:t>Interval Analyzer</a:t>
            </a:r>
            <a:br>
              <a:rPr kumimoji="0" lang="zh-CN" altLang="zh-CN" sz="1400" b="0" i="0" u="none" strike="noStrike" cap="none" normalizeH="0" baseline="0" dirty="0">
                <a:ln>
                  <a:noFill/>
                </a:ln>
                <a:solidFill>
                  <a:schemeClr val="tx1"/>
                </a:solidFill>
                <a:effectLst/>
              </a:rPr>
            </a:br>
            <a:r>
              <a:rPr kumimoji="0" lang="en-US" altLang="zh-CN" sz="1400" b="0" i="0" u="none" strike="noStrike" cap="none" normalizeH="0" baseline="0" dirty="0">
                <a:ln>
                  <a:noFill/>
                </a:ln>
                <a:solidFill>
                  <a:schemeClr val="tx1"/>
                </a:solidFill>
                <a:effectLst/>
              </a:rPr>
              <a:t>  </a:t>
            </a:r>
            <a:r>
              <a:rPr kumimoji="0" lang="zh-CN" altLang="zh-CN" sz="1200" b="0" i="0" u="none" strike="noStrike" cap="none" normalizeH="0" baseline="0" dirty="0">
                <a:ln>
                  <a:noFill/>
                </a:ln>
                <a:solidFill>
                  <a:schemeClr val="tx1"/>
                </a:solidFill>
                <a:effectLst/>
              </a:rPr>
              <a:t>Divides warp execution into intervals based on data dependencies and issue constraints.</a:t>
            </a:r>
          </a:p>
          <a:p>
            <a:pPr lvl="0" eaLnBrk="0" fontAlgn="base" hangingPunct="0">
              <a:spcBef>
                <a:spcPct val="0"/>
              </a:spcBef>
              <a:spcAft>
                <a:spcPct val="0"/>
              </a:spcAft>
              <a:buFontTx/>
              <a:buChar char="•"/>
            </a:pPr>
            <a:r>
              <a:rPr kumimoji="0" lang="en-US" altLang="zh-CN" sz="1400" b="1" i="0" u="none" strike="noStrike" cap="none" normalizeH="0" baseline="0" dirty="0">
                <a:ln>
                  <a:noFill/>
                </a:ln>
                <a:solidFill>
                  <a:schemeClr val="tx1"/>
                </a:solidFill>
                <a:effectLst/>
              </a:rPr>
              <a:t> </a:t>
            </a:r>
            <a:r>
              <a:rPr kumimoji="0" lang="zh-CN" altLang="zh-CN" sz="1400" b="1" i="0" u="none" strike="noStrike" cap="none" normalizeH="0" baseline="0" dirty="0">
                <a:ln>
                  <a:noFill/>
                </a:ln>
                <a:solidFill>
                  <a:schemeClr val="tx1"/>
                </a:solidFill>
                <a:effectLst/>
              </a:rPr>
              <a:t>Interval Parser</a:t>
            </a:r>
            <a:br>
              <a:rPr kumimoji="0" lang="zh-CN" altLang="zh-CN" sz="1400" b="0" i="0" u="none" strike="noStrike" cap="none" normalizeH="0" baseline="0" dirty="0">
                <a:ln>
                  <a:noFill/>
                </a:ln>
                <a:solidFill>
                  <a:schemeClr val="tx1"/>
                </a:solidFill>
                <a:effectLst/>
              </a:rPr>
            </a:br>
            <a:r>
              <a:rPr kumimoji="0" lang="en-US" altLang="zh-CN" sz="1400" b="0" i="0" u="none" strike="noStrike" cap="none" normalizeH="0" baseline="0" dirty="0">
                <a:ln>
                  <a:noFill/>
                </a:ln>
                <a:solidFill>
                  <a:schemeClr val="tx1"/>
                </a:solidFill>
                <a:effectLst/>
              </a:rPr>
              <a:t>  </a:t>
            </a:r>
            <a:r>
              <a:rPr kumimoji="0" lang="zh-CN" altLang="zh-CN" sz="1200" b="0" i="0" u="none" strike="noStrike" cap="none" normalizeH="0" baseline="0" dirty="0">
                <a:ln>
                  <a:noFill/>
                </a:ln>
                <a:solidFill>
                  <a:schemeClr val="tx1"/>
                </a:solidFill>
                <a:effectLst/>
              </a:rPr>
              <a:t>Analyzes each interval to </a:t>
            </a:r>
            <a:r>
              <a:rPr kumimoji="0" lang="en-US" altLang="zh-CN" sz="1200" b="0" i="0" u="none" strike="noStrike" cap="none" normalizeH="0" baseline="0" dirty="0">
                <a:ln>
                  <a:noFill/>
                </a:ln>
                <a:solidFill>
                  <a:schemeClr val="tx1"/>
                </a:solidFill>
                <a:effectLst/>
              </a:rPr>
              <a:t>catch </a:t>
            </a:r>
            <a:r>
              <a:rPr lang="zh-CN" altLang="zh-CN" sz="1200" dirty="0"/>
              <a:t>stalls</a:t>
            </a:r>
            <a:r>
              <a:rPr lang="en-US" altLang="zh-CN" sz="1200" dirty="0"/>
              <a:t> caused by</a:t>
            </a:r>
            <a:r>
              <a:rPr kumimoji="0" lang="zh-CN" altLang="zh-CN" sz="1200" b="0" i="0" u="none" strike="noStrike" cap="none" normalizeH="0" baseline="0" dirty="0">
                <a:ln>
                  <a:noFill/>
                </a:ln>
                <a:solidFill>
                  <a:schemeClr val="tx1"/>
                </a:solidFill>
                <a:effectLst/>
              </a:rPr>
              <a:t> compute/memory throughput</a:t>
            </a:r>
            <a:r>
              <a:rPr kumimoji="0" lang="en-US" altLang="zh-CN" sz="1200" b="0" i="0" u="none" strike="noStrike" cap="none" normalizeH="0" baseline="0" dirty="0">
                <a:ln>
                  <a:noFill/>
                </a:ln>
                <a:solidFill>
                  <a:schemeClr val="tx1"/>
                </a:solidFill>
                <a:effectLst/>
              </a:rPr>
              <a:t>.</a:t>
            </a:r>
          </a:p>
          <a:p>
            <a:pPr lvl="0" eaLnBrk="0" fontAlgn="base" hangingPunct="0">
              <a:spcBef>
                <a:spcPct val="0"/>
              </a:spcBef>
              <a:spcAft>
                <a:spcPct val="0"/>
              </a:spcAft>
              <a:buFontTx/>
              <a:buChar char="•"/>
            </a:pPr>
            <a:r>
              <a:rPr kumimoji="0" lang="en-US" altLang="zh-CN" sz="1200" b="0" i="0" u="none" strike="noStrike" cap="none" normalizeH="0" baseline="0" dirty="0">
                <a:ln>
                  <a:noFill/>
                </a:ln>
                <a:solidFill>
                  <a:schemeClr val="tx1"/>
                </a:solidFill>
                <a:effectLst/>
              </a:rPr>
              <a:t> KLL comp</a:t>
            </a:r>
          </a:p>
          <a:p>
            <a:pPr lvl="0" eaLnBrk="0" fontAlgn="base" hangingPunct="0">
              <a:spcBef>
                <a:spcPct val="0"/>
              </a:spcBef>
              <a:spcAft>
                <a:spcPct val="0"/>
              </a:spcAft>
              <a:buFontTx/>
              <a:buNone/>
            </a:pPr>
            <a:r>
              <a:rPr kumimoji="0" lang="en-US" altLang="zh-CN" sz="1200" b="0" i="0" u="none" strike="noStrike" cap="none" normalizeH="0" baseline="0" dirty="0">
                <a:ln>
                  <a:noFill/>
                </a:ln>
                <a:solidFill>
                  <a:schemeClr val="tx1"/>
                </a:solidFill>
                <a:effectLst/>
              </a:rPr>
              <a:t>  Use kernel launch latency to model </a:t>
            </a:r>
            <a:r>
              <a:rPr lang="en-US" altLang="zh-CN" sz="1800" b="1" kern="1200" dirty="0">
                <a:solidFill>
                  <a:srgbClr val="953735"/>
                </a:solidFill>
                <a:effectLst/>
                <a:latin typeface="Cambria" panose="02040503050406030204" pitchFamily="18" charset="0"/>
                <a:ea typeface="黑体" panose="02010609060101010101" pitchFamily="49" charset="-122"/>
                <a:cs typeface="+mj-cs"/>
              </a:rPr>
              <a:t>Immediate Constant Cache(IMC) miss and Instruction Cache(IS) miss</a:t>
            </a:r>
            <a:endParaRPr kumimoji="0" lang="en-US" altLang="zh-CN" sz="1200" b="0" i="0" u="none" strike="noStrike" cap="none" normalizeH="0" baseline="0" dirty="0">
              <a:ln>
                <a:noFill/>
              </a:ln>
              <a:solidFill>
                <a:schemeClr val="tx1"/>
              </a:solidFill>
              <a:effectLst/>
            </a:endParaRPr>
          </a:p>
        </p:txBody>
      </p:sp>
      <p:sp>
        <p:nvSpPr>
          <p:cNvPr id="4" name="灯片编号占位符 3"/>
          <p:cNvSpPr>
            <a:spLocks noGrp="1"/>
          </p:cNvSpPr>
          <p:nvPr>
            <p:ph type="sldNum" sz="quarter" idx="5"/>
          </p:nvPr>
        </p:nvSpPr>
        <p:spPr/>
        <p:txBody>
          <a:bodyPr/>
          <a:lstStyle/>
          <a:p>
            <a:fld id="{4A59EBBB-B7F6-43FA-8E0C-695F574203B6}" type="slidenum">
              <a:rPr lang="zh-CN" altLang="en-US" smtClean="0"/>
              <a:t>12</a:t>
            </a:fld>
            <a:endParaRPr lang="zh-CN" altLang="en-US"/>
          </a:p>
        </p:txBody>
      </p:sp>
    </p:spTree>
    <p:extLst>
      <p:ext uri="{BB962C8B-B14F-4D97-AF65-F5344CB8AC3E}">
        <p14:creationId xmlns:p14="http://schemas.microsoft.com/office/powerpoint/2010/main" val="38195285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41413"/>
                </a:solidFill>
                <a:effectLst/>
                <a:latin typeface="__styreneB_820c23"/>
              </a:rPr>
              <a:t>In interval Parser, we capture stalls caused by contention in memory and computing.</a:t>
            </a:r>
            <a:r>
              <a:rPr lang="zh-CN" altLang="en-US" b="0" i="0" dirty="0">
                <a:solidFill>
                  <a:srgbClr val="141413"/>
                </a:solidFill>
                <a:effectLst/>
                <a:latin typeface="__styreneB_820c23"/>
              </a:rPr>
              <a:t> </a:t>
            </a:r>
            <a:r>
              <a:rPr lang="en-US" altLang="zh-CN" b="0" i="0" dirty="0">
                <a:solidFill>
                  <a:srgbClr val="141413"/>
                </a:solidFill>
                <a:effectLst/>
                <a:latin typeface="__styreneB_820c23"/>
              </a:rPr>
              <a:t>For</a:t>
            </a:r>
            <a:r>
              <a:rPr lang="zh-CN" altLang="en-US" b="0" i="0" dirty="0">
                <a:solidFill>
                  <a:srgbClr val="141413"/>
                </a:solidFill>
                <a:effectLst/>
                <a:latin typeface="__styreneB_820c23"/>
              </a:rPr>
              <a:t> </a:t>
            </a:r>
            <a:r>
              <a:rPr lang="en-US" altLang="zh-CN" b="0" i="0" dirty="0">
                <a:solidFill>
                  <a:srgbClr val="141413"/>
                </a:solidFill>
                <a:effectLst/>
                <a:latin typeface="__styreneB_820c23"/>
              </a:rPr>
              <a:t>stall</a:t>
            </a:r>
            <a:r>
              <a:rPr lang="zh-CN" altLang="en-US" b="0" i="0" dirty="0">
                <a:solidFill>
                  <a:srgbClr val="141413"/>
                </a:solidFill>
                <a:effectLst/>
                <a:latin typeface="__styreneB_820c23"/>
              </a:rPr>
              <a:t> </a:t>
            </a:r>
            <a:r>
              <a:rPr lang="en-US" altLang="zh-CN" b="0" i="0" dirty="0">
                <a:solidFill>
                  <a:srgbClr val="141413"/>
                </a:solidFill>
                <a:effectLst/>
                <a:latin typeface="__styreneB_820c23"/>
              </a:rPr>
              <a:t>caused by contention of tensor core</a:t>
            </a:r>
          </a:p>
          <a:p>
            <a:r>
              <a:rPr lang="en-US" altLang="zh-CN" b="1" dirty="0"/>
              <a:t>We introduced throughput-based CPI estimation.</a:t>
            </a:r>
            <a:r>
              <a:rPr lang="en-US" altLang="zh-CN" dirty="0"/>
              <a:t> We use instruction modifiers to determine the actual computational workload. We calculate the initiation interval using FMA count from instruction modifiers divided by tensor core throughput from microbenchmarks.</a:t>
            </a:r>
          </a:p>
          <a:p>
            <a:r>
              <a:rPr lang="en-US" altLang="zh-CN" dirty="0"/>
              <a:t>And We set the latency of tensor core instructions as the initiation interval value, reflecting the collaborative execution nature of tensor cores.</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13</a:t>
            </a:fld>
            <a:endParaRPr lang="zh-CN" altLang="en-US"/>
          </a:p>
        </p:txBody>
      </p:sp>
    </p:spTree>
    <p:extLst>
      <p:ext uri="{BB962C8B-B14F-4D97-AF65-F5344CB8AC3E}">
        <p14:creationId xmlns:p14="http://schemas.microsoft.com/office/powerpoint/2010/main" val="632529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sz="2400" b="1" dirty="0"/>
              <a:t>First is Kernel Launch Latency modeling.</a:t>
            </a:r>
            <a:r>
              <a:rPr lang="en-US" altLang="zh-CN" sz="2400" dirty="0"/>
              <a:t> We need to model cache-related stalls, specifically constant memory cache misses and instruction cache misses. These stalls mainly happen when kernels start up and have a big impact on LLM performance.</a:t>
            </a:r>
          </a:p>
          <a:p>
            <a:r>
              <a:rPr lang="en-US" altLang="zh-CN" sz="2400" dirty="0"/>
              <a:t>To understand this, we ran empty CUDA kernels with different grid sizes and block sizes, then profiled them using </a:t>
            </a:r>
            <a:r>
              <a:rPr lang="en-US" altLang="zh-CN" sz="2400" dirty="0" err="1"/>
              <a:t>Nsight</a:t>
            </a:r>
            <a:r>
              <a:rPr lang="en-US" altLang="zh-CN" sz="2400" dirty="0"/>
              <a:t> Compute. The profiling results showed that the execution cycles of these empty kernels are dominated by these two types of stalls - constant cache misses and instruction cache misses.</a:t>
            </a:r>
          </a:p>
          <a:p>
            <a:r>
              <a:rPr lang="en-US" altLang="zh-CN" sz="2400" dirty="0"/>
              <a:t>From our microbenchmark data, we found that kernel launch latency follows this formula: KLL equals s times grid size plus k. The relationship is linear with grid size, but the slope s changes non-linearly with block size. So we use a quadratic function for s. All the coefficients come from benchmark measurements.</a:t>
            </a:r>
          </a:p>
          <a:p>
            <a:r>
              <a:rPr lang="en-US" altLang="zh-CN" sz="2400" b="1" dirty="0"/>
              <a:t>Second is instruction divergence modeling.</a:t>
            </a:r>
            <a:r>
              <a:rPr lang="en-US" altLang="zh-CN" sz="2400" dirty="0"/>
              <a:t> Our approach explicitly captures this divergence. We calculate the difference between the maximum instructions executed by any warp on a sub-core and the instructions from a representative warp, then divide by the issue rate.</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14</a:t>
            </a:fld>
            <a:endParaRPr lang="zh-CN" altLang="en-US"/>
          </a:p>
        </p:txBody>
      </p:sp>
    </p:spTree>
    <p:extLst>
      <p:ext uri="{BB962C8B-B14F-4D97-AF65-F5344CB8AC3E}">
        <p14:creationId xmlns:p14="http://schemas.microsoft.com/office/powerpoint/2010/main" val="2975586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AMALI builds on interval analysis but introduces three key improvements for LLM inference:</a:t>
            </a:r>
          </a:p>
          <a:p>
            <a:r>
              <a:rPr lang="en-US" altLang="zh-CN" b="1" dirty="0"/>
              <a:t>First, accurate tensor core modeling</a:t>
            </a:r>
            <a:r>
              <a:rPr lang="en-US" altLang="zh-CN" dirty="0"/>
              <a:t> using throughput-based calculations instead of traditional initiation intervals.</a:t>
            </a:r>
          </a:p>
          <a:p>
            <a:r>
              <a:rPr lang="en-US" altLang="zh-CN" b="1" dirty="0"/>
              <a:t>Second, kernel launch latency modeling</a:t>
            </a:r>
            <a:r>
              <a:rPr lang="en-US" altLang="zh-CN" dirty="0"/>
              <a:t> that captures cache-related stalls during kernel startup - something previous models missed entirely.</a:t>
            </a:r>
          </a:p>
          <a:p>
            <a:r>
              <a:rPr lang="en-US" altLang="zh-CN" b="1" dirty="0"/>
              <a:t>Third, instruction divergence modeling</a:t>
            </a:r>
            <a:r>
              <a:rPr lang="en-US" altLang="zh-CN" dirty="0"/>
              <a:t> that accounts for idle cycles when warps finish at different times in LLM workloads.</a:t>
            </a:r>
          </a:p>
          <a:p>
            <a:r>
              <a:rPr lang="en-US" altLang="zh-CN" dirty="0"/>
              <a:t>These three improvements make AMALI significantly more accurate for LLM performance prediction.</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15</a:t>
            </a:fld>
            <a:endParaRPr lang="zh-CN" altLang="en-US"/>
          </a:p>
        </p:txBody>
      </p:sp>
    </p:spTree>
    <p:extLst>
      <p:ext uri="{BB962C8B-B14F-4D97-AF65-F5344CB8AC3E}">
        <p14:creationId xmlns:p14="http://schemas.microsoft.com/office/powerpoint/2010/main" val="9544982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16</a:t>
            </a:fld>
            <a:endParaRPr lang="zh-CN" altLang="en-US"/>
          </a:p>
        </p:txBody>
      </p:sp>
    </p:spTree>
    <p:extLst>
      <p:ext uri="{BB962C8B-B14F-4D97-AF65-F5344CB8AC3E}">
        <p14:creationId xmlns:p14="http://schemas.microsoft.com/office/powerpoint/2010/main" val="13996470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We evaluate AMALI on NVIDIA A100 using three benchmark suites.</a:t>
            </a:r>
          </a:p>
          <a:p>
            <a:r>
              <a:rPr lang="en-US" altLang="zh-CN" b="1" dirty="0"/>
              <a:t>For LLM workloads,</a:t>
            </a:r>
            <a:r>
              <a:rPr lang="en-US" altLang="zh-CN" dirty="0"/>
              <a:t> we test Llama3-8B and 15B inference with different prompt lengths and batch sizes.</a:t>
            </a:r>
          </a:p>
          <a:p>
            <a:r>
              <a:rPr lang="en-US" altLang="zh-CN" b="1" dirty="0"/>
              <a:t>For general GPU kernels,</a:t>
            </a:r>
            <a:r>
              <a:rPr lang="en-US" altLang="zh-CN" dirty="0"/>
              <a:t> we select several kernels from </a:t>
            </a:r>
            <a:r>
              <a:rPr lang="en-US" altLang="zh-CN" dirty="0" err="1"/>
              <a:t>Rodinia</a:t>
            </a:r>
            <a:r>
              <a:rPr lang="en-US" altLang="zh-CN" dirty="0"/>
              <a:t> and </a:t>
            </a:r>
            <a:r>
              <a:rPr lang="en-US" altLang="zh-CN" dirty="0" err="1"/>
              <a:t>DeepBench</a:t>
            </a:r>
            <a:r>
              <a:rPr lang="en-US" altLang="zh-CN" dirty="0"/>
              <a:t>.</a:t>
            </a:r>
          </a:p>
          <a:p>
            <a:r>
              <a:rPr lang="en-US" altLang="zh-CN" b="1" dirty="0"/>
              <a:t>We compare against </a:t>
            </a:r>
            <a:r>
              <a:rPr lang="en-US" altLang="zh-CN" b="1" dirty="0" err="1"/>
              <a:t>GCoM</a:t>
            </a:r>
            <a:r>
              <a:rPr lang="en-US" altLang="zh-CN" b="1" dirty="0"/>
              <a:t> from ISCA 2022</a:t>
            </a:r>
            <a:r>
              <a:rPr lang="en-US" altLang="zh-CN" dirty="0"/>
              <a:t> using real GPU traces and hardware metrics to ensure fair evaluation.</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17</a:t>
            </a:fld>
            <a:endParaRPr lang="zh-CN" altLang="en-US"/>
          </a:p>
        </p:txBody>
      </p:sp>
    </p:spTree>
    <p:extLst>
      <p:ext uri="{BB962C8B-B14F-4D97-AF65-F5344CB8AC3E}">
        <p14:creationId xmlns:p14="http://schemas.microsoft.com/office/powerpoint/2010/main" val="31357937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AMALI significantly improves prediction accuracy, reducing error from 127.6% to 23.6% compared to </a:t>
            </a:r>
            <a:r>
              <a:rPr lang="en-US" altLang="zh-CN" dirty="0" err="1"/>
              <a:t>GCoM</a:t>
            </a:r>
            <a:r>
              <a:rPr lang="en-US" altLang="zh-CN" dirty="0"/>
              <a:t> - more than a 5x improvement.</a:t>
            </a:r>
          </a:p>
          <a:p>
            <a:r>
              <a:rPr lang="en-US" altLang="zh-CN" b="1" dirty="0"/>
              <a:t>For LLM inference,</a:t>
            </a:r>
            <a:r>
              <a:rPr lang="en-US" altLang="zh-CN" dirty="0"/>
              <a:t> AMALI consistently outperforms both MDM and </a:t>
            </a:r>
            <a:r>
              <a:rPr lang="en-US" altLang="zh-CN" dirty="0" err="1"/>
              <a:t>GCoM</a:t>
            </a:r>
            <a:r>
              <a:rPr lang="en-US" altLang="zh-CN" dirty="0"/>
              <a:t> across all prompt lengths from 128 to 6144 tokens, maintaining low error rates in both prefill and decode phases.</a:t>
            </a:r>
          </a:p>
          <a:p>
            <a:r>
              <a:rPr lang="en-US" altLang="zh-CN" b="1" dirty="0"/>
              <a:t>For general GPU kernels</a:t>
            </a:r>
            <a:r>
              <a:rPr lang="en-US" altLang="zh-CN" dirty="0"/>
              <a:t> from </a:t>
            </a:r>
            <a:r>
              <a:rPr lang="en-US" altLang="zh-CN" dirty="0" err="1"/>
              <a:t>DeepBench</a:t>
            </a:r>
            <a:r>
              <a:rPr lang="en-US" altLang="zh-CN" dirty="0"/>
              <a:t> and </a:t>
            </a:r>
            <a:r>
              <a:rPr lang="en-US" altLang="zh-CN" dirty="0" err="1"/>
              <a:t>Rodinia</a:t>
            </a:r>
            <a:r>
              <a:rPr lang="en-US" altLang="zh-CN" dirty="0"/>
              <a:t>, AMALI again shows consistently lower error rates across all workloads.</a:t>
            </a:r>
          </a:p>
          <a:p>
            <a:r>
              <a:rPr lang="en-US" altLang="zh-CN" dirty="0"/>
              <a:t>This demonstrates that AMALI's three key improvements are essential for reliable LLM performance prediction.</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18</a:t>
            </a:fld>
            <a:endParaRPr lang="zh-CN" altLang="en-US"/>
          </a:p>
        </p:txBody>
      </p:sp>
    </p:spTree>
    <p:extLst>
      <p:ext uri="{BB962C8B-B14F-4D97-AF65-F5344CB8AC3E}">
        <p14:creationId xmlns:p14="http://schemas.microsoft.com/office/powerpoint/2010/main" val="25184585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dirty="0"/>
              <a:t>AMALI enables accurate design space exploration for future GPU architectures.</a:t>
            </a:r>
          </a:p>
          <a:p>
            <a:r>
              <a:rPr lang="en-US" altLang="zh-CN" b="1" dirty="0"/>
              <a:t>We simulate H100 with double A100 tensor core throughput</a:t>
            </a:r>
            <a:r>
              <a:rPr lang="en-US" altLang="zh-CN" dirty="0"/>
              <a:t> and accurately predict GEMM kernel cycle reduction. Our approach uses A100 SASS traces with different configuration parameters to isolate architectural improvements.</a:t>
            </a:r>
          </a:p>
          <a:p>
            <a:r>
              <a:rPr lang="en-US" altLang="zh-CN" b="1" dirty="0"/>
              <a:t>The results show AMALI captures cycle reduction from A100 to H100</a:t>
            </a:r>
            <a:r>
              <a:rPr lang="en-US" altLang="zh-CN" dirty="0"/>
              <a:t> with prediction errors ranging from just 1.03% to 22.82%. The bottom graph shows our predictions closely track measured performance across different configurations.</a:t>
            </a:r>
          </a:p>
          <a:p>
            <a:r>
              <a:rPr lang="en-US" altLang="zh-CN" b="1" dirty="0"/>
              <a:t>Importantly, AMALI significantly outperforms </a:t>
            </a:r>
            <a:r>
              <a:rPr lang="en-US" altLang="zh-CN" b="1" dirty="0" err="1"/>
              <a:t>GCoM</a:t>
            </a:r>
            <a:r>
              <a:rPr lang="en-US" altLang="zh-CN" dirty="0"/>
              <a:t> in predicting performance differences across varying tensor core throughputs. </a:t>
            </a:r>
            <a:r>
              <a:rPr lang="en-US" altLang="zh-CN" dirty="0" err="1"/>
              <a:t>GCoM</a:t>
            </a:r>
            <a:r>
              <a:rPr lang="en-US" altLang="zh-CN" dirty="0"/>
              <a:t> fails because it uses CUDA core modeling for tensor cores.</a:t>
            </a:r>
          </a:p>
          <a:p>
            <a:r>
              <a:rPr lang="en-US" altLang="zh-CN" dirty="0"/>
              <a:t>This demonstrates AMALI is accurate enough for early-stage GPU design space exploration.</a:t>
            </a:r>
          </a:p>
        </p:txBody>
      </p:sp>
      <p:sp>
        <p:nvSpPr>
          <p:cNvPr id="4" name="灯片编号占位符 3"/>
          <p:cNvSpPr>
            <a:spLocks noGrp="1"/>
          </p:cNvSpPr>
          <p:nvPr>
            <p:ph type="sldNum" sz="quarter" idx="5"/>
          </p:nvPr>
        </p:nvSpPr>
        <p:spPr/>
        <p:txBody>
          <a:bodyPr/>
          <a:lstStyle/>
          <a:p>
            <a:fld id="{4A59EBBB-B7F6-43FA-8E0C-695F574203B6}" type="slidenum">
              <a:rPr lang="zh-CN" altLang="en-US" smtClean="0"/>
              <a:t>19</a:t>
            </a:fld>
            <a:endParaRPr lang="zh-CN" altLang="en-US"/>
          </a:p>
        </p:txBody>
      </p:sp>
    </p:spTree>
    <p:extLst>
      <p:ext uri="{BB962C8B-B14F-4D97-AF65-F5344CB8AC3E}">
        <p14:creationId xmlns:p14="http://schemas.microsoft.com/office/powerpoint/2010/main" val="38169249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59EBBB-B7F6-43FA-8E0C-695F574203B6}" type="slidenum">
              <a:rPr lang="zh-CN" altLang="en-US" smtClean="0"/>
              <a:t>21</a:t>
            </a:fld>
            <a:endParaRPr lang="zh-CN" altLang="en-US"/>
          </a:p>
        </p:txBody>
      </p:sp>
    </p:spTree>
    <p:extLst>
      <p:ext uri="{BB962C8B-B14F-4D97-AF65-F5344CB8AC3E}">
        <p14:creationId xmlns:p14="http://schemas.microsoft.com/office/powerpoint/2010/main" val="33692766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r>
              <a:rPr lang="en-US" altLang="zh-CN"/>
              <a:t>Thank you for your attention. I'm happy to take any questions.</a:t>
            </a:r>
            <a:endParaRPr lang="zh-CN" altLang="en-US"/>
          </a:p>
        </p:txBody>
      </p:sp>
      <p:sp>
        <p:nvSpPr>
          <p:cNvPr id="4" name="灯片编号占位符 3"/>
          <p:cNvSpPr>
            <a:spLocks noGrp="1"/>
          </p:cNvSpPr>
          <p:nvPr>
            <p:ph type="sldNum" sz="quarter" idx="5"/>
          </p:nvPr>
        </p:nvSpPr>
        <p:spPr/>
        <p:txBody>
          <a:bodyPr/>
          <a:lstStyle/>
          <a:p>
            <a:fld id="{4A59EBBB-B7F6-43FA-8E0C-695F574203B6}" type="slidenum">
              <a:rPr lang="zh-CN" altLang="en-US" smtClean="0"/>
              <a:t>22</a:t>
            </a:fld>
            <a:endParaRPr lang="zh-CN" altLang="en-US"/>
          </a:p>
        </p:txBody>
      </p:sp>
    </p:spTree>
    <p:extLst>
      <p:ext uri="{BB962C8B-B14F-4D97-AF65-F5344CB8AC3E}">
        <p14:creationId xmlns:p14="http://schemas.microsoft.com/office/powerpoint/2010/main" val="1776290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EE83EBB-C564-479C-898F-F7C10E274ADD}" type="datetime1">
              <a:rPr lang="en-US" altLang="zh-CN"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8" name="图片 7">
            <a:extLst>
              <a:ext uri="{FF2B5EF4-FFF2-40B4-BE49-F238E27FC236}">
                <a16:creationId xmlns:a16="http://schemas.microsoft.com/office/drawing/2014/main" id="{C84441E6-918E-4BA8-B42D-70B7C11E6139}"/>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10" name="图片 9">
            <a:extLst>
              <a:ext uri="{FF2B5EF4-FFF2-40B4-BE49-F238E27FC236}">
                <a16:creationId xmlns:a16="http://schemas.microsoft.com/office/drawing/2014/main" id="{5D21ECF8-4F1B-48DE-96FC-9F37231DCB0D}"/>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50589"/>
            <a:ext cx="10972800" cy="1143000"/>
          </a:xfrm>
        </p:spPr>
        <p:txBody>
          <a:bodyPr/>
          <a:lstStyle/>
          <a:p>
            <a:r>
              <a:rPr lang="en-US"/>
              <a:t>Click to edit Master title style</a:t>
            </a:r>
          </a:p>
        </p:txBody>
      </p:sp>
      <p:sp>
        <p:nvSpPr>
          <p:cNvPr id="3" name="Content Placeholder 2"/>
          <p:cNvSpPr>
            <a:spLocks noGrp="1"/>
          </p:cNvSpPr>
          <p:nvPr>
            <p:ph idx="1"/>
          </p:nvPr>
        </p:nvSpPr>
        <p:spPr>
          <a:xfrm>
            <a:off x="609600" y="1585270"/>
            <a:ext cx="10972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日期占位符 8">
            <a:extLst>
              <a:ext uri="{FF2B5EF4-FFF2-40B4-BE49-F238E27FC236}">
                <a16:creationId xmlns:a16="http://schemas.microsoft.com/office/drawing/2014/main" id="{33AFC139-0249-4627-B944-4D5E01BC7E14}"/>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10" name="页脚占位符 9">
            <a:extLst>
              <a:ext uri="{FF2B5EF4-FFF2-40B4-BE49-F238E27FC236}">
                <a16:creationId xmlns:a16="http://schemas.microsoft.com/office/drawing/2014/main" id="{344B8038-4C9B-468B-842F-D6C13BB493C7}"/>
              </a:ext>
            </a:extLst>
          </p:cNvPr>
          <p:cNvSpPr>
            <a:spLocks noGrp="1"/>
          </p:cNvSpPr>
          <p:nvPr>
            <p:ph type="ftr" sz="quarter" idx="11"/>
          </p:nvPr>
        </p:nvSpPr>
        <p:spPr/>
        <p:txBody>
          <a:bodyPr/>
          <a:lstStyle/>
          <a:p>
            <a:endParaRPr lang="en-US"/>
          </a:p>
        </p:txBody>
      </p:sp>
      <p:sp>
        <p:nvSpPr>
          <p:cNvPr id="11" name="灯片编号占位符 10">
            <a:extLst>
              <a:ext uri="{FF2B5EF4-FFF2-40B4-BE49-F238E27FC236}">
                <a16:creationId xmlns:a16="http://schemas.microsoft.com/office/drawing/2014/main" id="{D247BDFB-22E5-4D0A-B407-4A3999856C1A}"/>
              </a:ext>
            </a:extLst>
          </p:cNvPr>
          <p:cNvSpPr>
            <a:spLocks noGrp="1"/>
          </p:cNvSpPr>
          <p:nvPr>
            <p:ph type="sldNum" sz="quarter" idx="12"/>
          </p:nvPr>
        </p:nvSpPr>
        <p:spPr/>
        <p:txBody>
          <a:bodyPr/>
          <a:lstStyle/>
          <a:p>
            <a:fld id="{C1FF6DA9-008F-8B48-92A6-B652298478BF}" type="slidenum">
              <a:rPr lang="en-US" smtClean="0"/>
              <a:t>‹#›</a:t>
            </a:fld>
            <a:endParaRPr lang="en-US"/>
          </a:p>
        </p:txBody>
      </p:sp>
      <p:pic>
        <p:nvPicPr>
          <p:cNvPr id="3074" name="Picture 2" descr="Awards">
            <a:extLst>
              <a:ext uri="{FF2B5EF4-FFF2-40B4-BE49-F238E27FC236}">
                <a16:creationId xmlns:a16="http://schemas.microsoft.com/office/drawing/2014/main" id="{7DA93F3D-067B-4037-9935-FA4BE48B032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30444" y="29518"/>
            <a:ext cx="548608" cy="547451"/>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B6B15E0C-7E47-43F2-A732-B47046979F97}"/>
              </a:ext>
            </a:extLst>
          </p:cNvPr>
          <p:cNvPicPr>
            <a:picLocks noChangeAspect="1"/>
          </p:cNvPicPr>
          <p:nvPr userDrawn="1"/>
        </p:nvPicPr>
        <p:blipFill>
          <a:blip r:embed="rId3"/>
          <a:stretch>
            <a:fillRect/>
          </a:stretch>
        </p:blipFill>
        <p:spPr>
          <a:xfrm>
            <a:off x="10545942" y="0"/>
            <a:ext cx="1646058" cy="576969"/>
          </a:xfrm>
          <a:prstGeom prst="rect">
            <a:avLst/>
          </a:prstGeom>
        </p:spPr>
      </p:pic>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596BD1-BC5F-4E4D-93A8-071F1C3F3334}" type="datetime1">
              <a:rPr lang="en-US" altLang="zh-CN"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图片 6">
            <a:extLst>
              <a:ext uri="{FF2B5EF4-FFF2-40B4-BE49-F238E27FC236}">
                <a16:creationId xmlns:a16="http://schemas.microsoft.com/office/drawing/2014/main" id="{BB6C496C-5454-4207-81A1-A6B6AF1B454E}"/>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8" name="图片 7">
            <a:extLst>
              <a:ext uri="{FF2B5EF4-FFF2-40B4-BE49-F238E27FC236}">
                <a16:creationId xmlns:a16="http://schemas.microsoft.com/office/drawing/2014/main" id="{93B53C24-0AB5-458F-A26E-55FEBC80372F}"/>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CD9BAA-AB61-49C5-85CA-AAAB5419BE9A}" type="datetime1">
              <a:rPr lang="en-US" altLang="zh-CN"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图片 7">
            <a:extLst>
              <a:ext uri="{FF2B5EF4-FFF2-40B4-BE49-F238E27FC236}">
                <a16:creationId xmlns:a16="http://schemas.microsoft.com/office/drawing/2014/main" id="{85539F56-296D-416D-8CC9-51B14837A32D}"/>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9" name="图片 8">
            <a:extLst>
              <a:ext uri="{FF2B5EF4-FFF2-40B4-BE49-F238E27FC236}">
                <a16:creationId xmlns:a16="http://schemas.microsoft.com/office/drawing/2014/main" id="{0E605F40-3B76-4AB9-A724-C95FBB6ADFFE}"/>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444E23E-E1FF-449D-B75E-FEE1F2C0F71F}" type="datetime1">
              <a:rPr lang="en-US" altLang="zh-CN" smtClean="0"/>
              <a:t>6/23/2025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图片 9">
            <a:extLst>
              <a:ext uri="{FF2B5EF4-FFF2-40B4-BE49-F238E27FC236}">
                <a16:creationId xmlns:a16="http://schemas.microsoft.com/office/drawing/2014/main" id="{00B60C90-31D9-4F5A-850C-4FD8948BB085}"/>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11" name="图片 10">
            <a:extLst>
              <a:ext uri="{FF2B5EF4-FFF2-40B4-BE49-F238E27FC236}">
                <a16:creationId xmlns:a16="http://schemas.microsoft.com/office/drawing/2014/main" id="{C133D2B4-19EB-41A2-9540-684D384316F6}"/>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14C78CD-29B4-4371-B6CD-AC65DA8AE848}" type="datetime1">
              <a:rPr lang="en-US" altLang="zh-CN" smtClean="0"/>
              <a:t>6/23/2025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图片 5">
            <a:extLst>
              <a:ext uri="{FF2B5EF4-FFF2-40B4-BE49-F238E27FC236}">
                <a16:creationId xmlns:a16="http://schemas.microsoft.com/office/drawing/2014/main" id="{4AC19681-A5B3-43EA-A17E-94CD8FCCDDB6}"/>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7" name="图片 6">
            <a:extLst>
              <a:ext uri="{FF2B5EF4-FFF2-40B4-BE49-F238E27FC236}">
                <a16:creationId xmlns:a16="http://schemas.microsoft.com/office/drawing/2014/main" id="{D60D9034-2037-42EB-A9AF-2C6A92C79A42}"/>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925B81-2F81-4FF9-A064-B13457C613D4}" type="datetime1">
              <a:rPr lang="en-US" altLang="zh-CN" smtClean="0"/>
              <a:t>6/23/2025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图片 4">
            <a:extLst>
              <a:ext uri="{FF2B5EF4-FFF2-40B4-BE49-F238E27FC236}">
                <a16:creationId xmlns:a16="http://schemas.microsoft.com/office/drawing/2014/main" id="{EDDC3360-11BF-455D-86B3-5BE2D92388DA}"/>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6" name="图片 5">
            <a:extLst>
              <a:ext uri="{FF2B5EF4-FFF2-40B4-BE49-F238E27FC236}">
                <a16:creationId xmlns:a16="http://schemas.microsoft.com/office/drawing/2014/main" id="{4E6D4B21-A569-4782-9E84-185FC22FF2FC}"/>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CED49EA4-A669-41E7-A649-4D34D591F483}" type="datetime1">
              <a:rPr lang="en-US" altLang="zh-CN"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图片 7">
            <a:extLst>
              <a:ext uri="{FF2B5EF4-FFF2-40B4-BE49-F238E27FC236}">
                <a16:creationId xmlns:a16="http://schemas.microsoft.com/office/drawing/2014/main" id="{89B8392B-8DBE-46B2-B1B9-45FAE5EC830C}"/>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9" name="图片 8">
            <a:extLst>
              <a:ext uri="{FF2B5EF4-FFF2-40B4-BE49-F238E27FC236}">
                <a16:creationId xmlns:a16="http://schemas.microsoft.com/office/drawing/2014/main" id="{3A7134BA-DEFF-4B17-8CE2-779B3CDDBDAE}"/>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7C68BC8-40E8-45C0-933C-AB01111CC5E7}" type="datetime1">
              <a:rPr lang="en-US" altLang="zh-CN" smtClean="0"/>
              <a:t>6/23/2025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图片 7">
            <a:extLst>
              <a:ext uri="{FF2B5EF4-FFF2-40B4-BE49-F238E27FC236}">
                <a16:creationId xmlns:a16="http://schemas.microsoft.com/office/drawing/2014/main" id="{BE4A4FCB-AD6C-428D-B061-0537E2FD0BF0}"/>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9" name="图片 8">
            <a:extLst>
              <a:ext uri="{FF2B5EF4-FFF2-40B4-BE49-F238E27FC236}">
                <a16:creationId xmlns:a16="http://schemas.microsoft.com/office/drawing/2014/main" id="{DF7B43EF-66D8-43DD-B33C-7E1D929D07A7}"/>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7A2D21-5FBA-4AFE-8C8F-A8AFCF819EFF}" type="datetime1">
              <a:rPr lang="en-US" altLang="zh-CN"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图片 6">
            <a:extLst>
              <a:ext uri="{FF2B5EF4-FFF2-40B4-BE49-F238E27FC236}">
                <a16:creationId xmlns:a16="http://schemas.microsoft.com/office/drawing/2014/main" id="{53AF764D-7AB1-457D-B8B8-931920E99ABF}"/>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8" name="图片 7">
            <a:extLst>
              <a:ext uri="{FF2B5EF4-FFF2-40B4-BE49-F238E27FC236}">
                <a16:creationId xmlns:a16="http://schemas.microsoft.com/office/drawing/2014/main" id="{CC6FCD84-D41B-4486-B968-B109AE8325BF}"/>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E262A0-30ED-4DBC-B0D6-CF3B3F52F549}" type="datetime1">
              <a:rPr lang="en-US" altLang="zh-CN" smtClean="0"/>
              <a:t>6/23/2025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图片 6">
            <a:extLst>
              <a:ext uri="{FF2B5EF4-FFF2-40B4-BE49-F238E27FC236}">
                <a16:creationId xmlns:a16="http://schemas.microsoft.com/office/drawing/2014/main" id="{179B09AA-6388-4722-B45C-A7443F71E16D}"/>
              </a:ext>
            </a:extLst>
          </p:cNvPr>
          <p:cNvPicPr>
            <a:picLocks noChangeAspect="1"/>
          </p:cNvPicPr>
          <p:nvPr userDrawn="1"/>
        </p:nvPicPr>
        <p:blipFill>
          <a:blip r:embed="rId2"/>
          <a:stretch>
            <a:fillRect/>
          </a:stretch>
        </p:blipFill>
        <p:spPr>
          <a:xfrm>
            <a:off x="10134095" y="2"/>
            <a:ext cx="2045965" cy="429249"/>
          </a:xfrm>
          <a:prstGeom prst="rect">
            <a:avLst/>
          </a:prstGeom>
        </p:spPr>
      </p:pic>
      <p:pic>
        <p:nvPicPr>
          <p:cNvPr id="8" name="图片 7">
            <a:extLst>
              <a:ext uri="{FF2B5EF4-FFF2-40B4-BE49-F238E27FC236}">
                <a16:creationId xmlns:a16="http://schemas.microsoft.com/office/drawing/2014/main" id="{0F152CA0-816B-4045-9701-DDB0B75BAC88}"/>
              </a:ext>
            </a:extLst>
          </p:cNvPr>
          <p:cNvPicPr>
            <a:picLocks noChangeAspect="1"/>
          </p:cNvPicPr>
          <p:nvPr userDrawn="1"/>
        </p:nvPicPr>
        <p:blipFill>
          <a:blip r:embed="rId3"/>
          <a:stretch>
            <a:fillRect/>
          </a:stretch>
        </p:blipFill>
        <p:spPr>
          <a:xfrm>
            <a:off x="6698857" y="2"/>
            <a:ext cx="3362448" cy="429249"/>
          </a:xfrm>
          <a:prstGeom prst="rect">
            <a:avLst/>
          </a:prstGeom>
        </p:spPr>
      </p:pic>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FE08E40-CC6A-437B-8671-9A7097DAE3CC}" type="datetime1">
              <a:rPr lang="en-US" altLang="zh-CN" smtClean="0"/>
              <a:t>6/23/2025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161.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B4A0F3B8-034D-414C-A469-86C8BAF0C881}"/>
              </a:ext>
            </a:extLst>
          </p:cNvPr>
          <p:cNvPicPr>
            <a:picLocks noChangeAspect="1"/>
          </p:cNvPicPr>
          <p:nvPr/>
        </p:nvPicPr>
        <p:blipFill>
          <a:blip r:embed="rId3"/>
          <a:stretch>
            <a:fillRect/>
          </a:stretch>
        </p:blipFill>
        <p:spPr>
          <a:xfrm>
            <a:off x="1646543" y="685705"/>
            <a:ext cx="8898913" cy="4386049"/>
          </a:xfrm>
          <a:prstGeom prst="rect">
            <a:avLst/>
          </a:prstGeom>
        </p:spPr>
      </p:pic>
      <p:sp>
        <p:nvSpPr>
          <p:cNvPr id="8" name="日期占位符 7">
            <a:extLst>
              <a:ext uri="{FF2B5EF4-FFF2-40B4-BE49-F238E27FC236}">
                <a16:creationId xmlns:a16="http://schemas.microsoft.com/office/drawing/2014/main" id="{939509A4-C3F2-40F8-AFE1-B154DF56C240}"/>
              </a:ext>
            </a:extLst>
          </p:cNvPr>
          <p:cNvSpPr>
            <a:spLocks noGrp="1"/>
          </p:cNvSpPr>
          <p:nvPr>
            <p:ph type="dt" sz="half" idx="10"/>
          </p:nvPr>
        </p:nvSpPr>
        <p:spPr/>
        <p:txBody>
          <a:bodyPr/>
          <a:lstStyle/>
          <a:p>
            <a:fld id="{49EC7332-11F8-431A-84D2-EDD0F9E678F7}" type="datetime1">
              <a:rPr lang="en-US" altLang="zh-CN" smtClean="0"/>
              <a:t>6/23/2025</a:t>
            </a:fld>
            <a:endParaRPr lang="en-US"/>
          </a:p>
        </p:txBody>
      </p:sp>
      <p:sp>
        <p:nvSpPr>
          <p:cNvPr id="9" name="灯片编号占位符 8">
            <a:extLst>
              <a:ext uri="{FF2B5EF4-FFF2-40B4-BE49-F238E27FC236}">
                <a16:creationId xmlns:a16="http://schemas.microsoft.com/office/drawing/2014/main" id="{DDC0D570-5092-4DDE-AA23-510D89120637}"/>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6" name="文本框 5">
            <a:extLst>
              <a:ext uri="{FF2B5EF4-FFF2-40B4-BE49-F238E27FC236}">
                <a16:creationId xmlns:a16="http://schemas.microsoft.com/office/drawing/2014/main" id="{EFCE0A8E-5BFF-42D1-AFF0-B15D38B927B4}"/>
              </a:ext>
            </a:extLst>
          </p:cNvPr>
          <p:cNvSpPr txBox="1"/>
          <p:nvPr/>
        </p:nvSpPr>
        <p:spPr>
          <a:xfrm>
            <a:off x="2494722" y="5956243"/>
            <a:ext cx="7452360" cy="400110"/>
          </a:xfrm>
          <a:prstGeom prst="rect">
            <a:avLst/>
          </a:prstGeom>
          <a:noFill/>
        </p:spPr>
        <p:txBody>
          <a:bodyPr wrap="square">
            <a:spAutoFit/>
          </a:bodyPr>
          <a:lstStyle/>
          <a:p>
            <a:r>
              <a:rPr lang="en-US" altLang="zh-CN" sz="2000" dirty="0"/>
              <a:t>52th International Symposium on Computer Architecture (ISCA’25) </a:t>
            </a:r>
            <a:endParaRPr lang="zh-CN" altLang="en-US" sz="2000" dirty="0"/>
          </a:p>
        </p:txBody>
      </p:sp>
      <p:pic>
        <p:nvPicPr>
          <p:cNvPr id="2" name="Picture 2">
            <a:extLst>
              <a:ext uri="{FF2B5EF4-FFF2-40B4-BE49-F238E27FC236}">
                <a16:creationId xmlns:a16="http://schemas.microsoft.com/office/drawing/2014/main" id="{02A5345A-7231-C8B1-56E2-810475B41F3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81309" b="1807"/>
          <a:stretch/>
        </p:blipFill>
        <p:spPr bwMode="auto">
          <a:xfrm>
            <a:off x="4931704" y="5200749"/>
            <a:ext cx="816088" cy="782450"/>
          </a:xfrm>
          <a:prstGeom prst="rect">
            <a:avLst/>
          </a:prstGeom>
          <a:solidFill>
            <a:schemeClr val="accent1"/>
          </a:solidFill>
        </p:spPr>
      </p:pic>
      <p:pic>
        <p:nvPicPr>
          <p:cNvPr id="3" name="Picture 4" descr="USTC学习资料">
            <a:extLst>
              <a:ext uri="{FF2B5EF4-FFF2-40B4-BE49-F238E27FC236}">
                <a16:creationId xmlns:a16="http://schemas.microsoft.com/office/drawing/2014/main" id="{5DF2C757-2F91-4454-A5DE-F45E940E34A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37385" y="5173793"/>
            <a:ext cx="810703" cy="80940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descr="ISCA 2025 Logo">
            <a:extLst>
              <a:ext uri="{FF2B5EF4-FFF2-40B4-BE49-F238E27FC236}">
                <a16:creationId xmlns:a16="http://schemas.microsoft.com/office/drawing/2014/main" id="{6C0A91C3-F34A-6463-76BF-4AD50749B4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0" y="5200749"/>
            <a:ext cx="1248853" cy="7824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A512E-3C9D-4B0D-B99D-0BEDE8767B50}"/>
              </a:ext>
            </a:extLst>
          </p:cNvPr>
          <p:cNvSpPr>
            <a:spLocks noGrp="1"/>
          </p:cNvSpPr>
          <p:nvPr>
            <p:ph type="title"/>
          </p:nvPr>
        </p:nvSpPr>
        <p:spPr>
          <a:xfrm>
            <a:off x="4281600" y="274638"/>
            <a:ext cx="2688000" cy="726162"/>
          </a:xfrm>
        </p:spPr>
        <p:txBody>
          <a:bodyPr>
            <a:noAutofit/>
          </a:bodyPr>
          <a:lstStyle/>
          <a:p>
            <a:r>
              <a:rPr lang="en-US" altLang="zh-CN" sz="4800" b="1">
                <a:solidFill>
                  <a:schemeClr val="accent2">
                    <a:lumMod val="75000"/>
                  </a:schemeClr>
                </a:solidFill>
              </a:rPr>
              <a:t>Category</a:t>
            </a:r>
            <a:endParaRPr lang="zh-CN" altLang="en-US" sz="4800" b="1"/>
          </a:p>
        </p:txBody>
      </p:sp>
      <p:sp>
        <p:nvSpPr>
          <p:cNvPr id="4" name="日期占位符 3">
            <a:extLst>
              <a:ext uri="{FF2B5EF4-FFF2-40B4-BE49-F238E27FC236}">
                <a16:creationId xmlns:a16="http://schemas.microsoft.com/office/drawing/2014/main" id="{0D88EE19-ED8A-4A52-BF2D-32A1F742AE6D}"/>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302A954B-38D3-4716-820D-6C24455D750A}"/>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6" name="文本框 5">
            <a:extLst>
              <a:ext uri="{FF2B5EF4-FFF2-40B4-BE49-F238E27FC236}">
                <a16:creationId xmlns:a16="http://schemas.microsoft.com/office/drawing/2014/main" id="{2AC8FA1E-6A0D-4F1C-9355-B3D917367D20}"/>
              </a:ext>
            </a:extLst>
          </p:cNvPr>
          <p:cNvSpPr txBox="1"/>
          <p:nvPr/>
        </p:nvSpPr>
        <p:spPr>
          <a:xfrm>
            <a:off x="496800" y="1468800"/>
            <a:ext cx="11152800" cy="2578463"/>
          </a:xfrm>
          <a:prstGeom prst="rect">
            <a:avLst/>
          </a:prstGeom>
          <a:noFill/>
        </p:spPr>
        <p:txBody>
          <a:bodyPr wrap="square" rtlCol="0">
            <a:spAutoFit/>
          </a:bodyPr>
          <a:lstStyle/>
          <a:p>
            <a:pPr marL="285750" indent="-285750">
              <a:lnSpc>
                <a:spcPts val="5000"/>
              </a:lnSpc>
              <a:buFont typeface="Arial" panose="020B0604020202020204" pitchFamily="34" charset="0"/>
              <a:buChar char="•"/>
            </a:pPr>
            <a:r>
              <a:rPr lang="en-US" altLang="zh-CN" sz="2800"/>
              <a:t>Background and Motivation</a:t>
            </a:r>
          </a:p>
          <a:p>
            <a:pPr marL="285750" indent="-285750">
              <a:lnSpc>
                <a:spcPts val="5000"/>
              </a:lnSpc>
              <a:buFont typeface="Arial" panose="020B0604020202020204" pitchFamily="34" charset="0"/>
              <a:buChar char="•"/>
            </a:pPr>
            <a:r>
              <a:rPr lang="en-US" altLang="zh-CN" sz="2800"/>
              <a:t>AMALI</a:t>
            </a:r>
            <a:r>
              <a:rPr lang="zh-CN" altLang="en-US" sz="2800"/>
              <a:t>：</a:t>
            </a:r>
            <a:r>
              <a:rPr lang="en-US" altLang="zh-CN" sz="2800" b="1"/>
              <a:t>A</a:t>
            </a:r>
            <a:r>
              <a:rPr lang="en-US" altLang="zh-CN" sz="2800"/>
              <a:t>nalytical </a:t>
            </a:r>
            <a:r>
              <a:rPr lang="en-US" altLang="zh-CN" sz="2800" b="1"/>
              <a:t>M</a:t>
            </a:r>
            <a:r>
              <a:rPr lang="en-US" altLang="zh-CN" sz="2800"/>
              <a:t>odel </a:t>
            </a:r>
            <a:r>
              <a:rPr lang="en-US" altLang="zh-CN" sz="2800" b="1"/>
              <a:t>A</a:t>
            </a:r>
            <a:r>
              <a:rPr lang="en-US" altLang="zh-CN" sz="2800"/>
              <a:t>ccurate modeling </a:t>
            </a:r>
            <a:r>
              <a:rPr lang="en-US" altLang="zh-CN" sz="2800" b="1"/>
              <a:t>L</a:t>
            </a:r>
            <a:r>
              <a:rPr lang="en-US" altLang="zh-CN" sz="2800"/>
              <a:t>LM </a:t>
            </a:r>
            <a:r>
              <a:rPr lang="en-US" altLang="zh-CN" sz="2800" b="1"/>
              <a:t>I</a:t>
            </a:r>
            <a:r>
              <a:rPr lang="en-US" altLang="zh-CN" sz="2800"/>
              <a:t>nference</a:t>
            </a:r>
          </a:p>
          <a:p>
            <a:pPr marL="285750" indent="-285750">
              <a:lnSpc>
                <a:spcPts val="5000"/>
              </a:lnSpc>
              <a:buFont typeface="Arial" panose="020B0604020202020204" pitchFamily="34" charset="0"/>
              <a:buChar char="•"/>
            </a:pPr>
            <a:r>
              <a:rPr lang="en-US" altLang="zh-CN" sz="2800"/>
              <a:t>Evaluation</a:t>
            </a:r>
          </a:p>
          <a:p>
            <a:pPr marL="285750" indent="-285750">
              <a:lnSpc>
                <a:spcPts val="5000"/>
              </a:lnSpc>
              <a:buFont typeface="Arial" panose="020B0604020202020204" pitchFamily="34" charset="0"/>
              <a:buChar char="•"/>
            </a:pPr>
            <a:r>
              <a:rPr lang="en-US" altLang="zh-CN" sz="2800"/>
              <a:t>Conclusion</a:t>
            </a:r>
            <a:endParaRPr lang="zh-CN" altLang="en-US" sz="2800"/>
          </a:p>
        </p:txBody>
      </p:sp>
      <p:sp>
        <p:nvSpPr>
          <p:cNvPr id="7" name="箭头: 右 6">
            <a:extLst>
              <a:ext uri="{FF2B5EF4-FFF2-40B4-BE49-F238E27FC236}">
                <a16:creationId xmlns:a16="http://schemas.microsoft.com/office/drawing/2014/main" id="{7923D2F7-83AC-4F7C-A378-C2E63C904FBC}"/>
              </a:ext>
            </a:extLst>
          </p:cNvPr>
          <p:cNvSpPr/>
          <p:nvPr/>
        </p:nvSpPr>
        <p:spPr>
          <a:xfrm rot="10800000">
            <a:off x="5292000" y="1665745"/>
            <a:ext cx="1987200" cy="4896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98577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D3ED16-73B9-4EBD-A207-72A3C607C1CB}"/>
              </a:ext>
            </a:extLst>
          </p:cNvPr>
          <p:cNvSpPr>
            <a:spLocks noGrp="1"/>
          </p:cNvSpPr>
          <p:nvPr>
            <p:ph type="title"/>
          </p:nvPr>
        </p:nvSpPr>
        <p:spPr>
          <a:xfrm>
            <a:off x="1230630" y="381574"/>
            <a:ext cx="9273540" cy="944880"/>
          </a:xfrm>
        </p:spPr>
        <p:txBody>
          <a:bodyPr>
            <a:normAutofit/>
          </a:bodyPr>
          <a:lstStyle/>
          <a:p>
            <a:r>
              <a:rPr lang="en-US" altLang="zh-CN" sz="3200" b="1">
                <a:solidFill>
                  <a:schemeClr val="accent2">
                    <a:lumMod val="75000"/>
                  </a:schemeClr>
                </a:solidFill>
              </a:rPr>
              <a:t>Motivation: Modeling LLM Inference on GPUs</a:t>
            </a:r>
            <a:endParaRPr lang="zh-CN" altLang="en-US" sz="3200" b="1">
              <a:solidFill>
                <a:schemeClr val="accent2">
                  <a:lumMod val="75000"/>
                </a:schemeClr>
              </a:solidFill>
            </a:endParaRPr>
          </a:p>
        </p:txBody>
      </p:sp>
      <p:sp>
        <p:nvSpPr>
          <p:cNvPr id="4" name="日期占位符 3">
            <a:extLst>
              <a:ext uri="{FF2B5EF4-FFF2-40B4-BE49-F238E27FC236}">
                <a16:creationId xmlns:a16="http://schemas.microsoft.com/office/drawing/2014/main" id="{EAA4E4C2-D9CF-4D3C-8C95-87D32294950F}"/>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27F68A0A-E9CA-46A8-90FD-680F700D3DAF}"/>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6" name="Rectangle 1">
            <a:extLst>
              <a:ext uri="{FF2B5EF4-FFF2-40B4-BE49-F238E27FC236}">
                <a16:creationId xmlns:a16="http://schemas.microsoft.com/office/drawing/2014/main" id="{4DF1D67A-DA87-47B8-A985-72A9D7E80119}"/>
              </a:ext>
            </a:extLst>
          </p:cNvPr>
          <p:cNvSpPr>
            <a:spLocks noChangeArrowheads="1"/>
          </p:cNvSpPr>
          <p:nvPr/>
        </p:nvSpPr>
        <p:spPr bwMode="auto">
          <a:xfrm>
            <a:off x="102722" y="1593425"/>
            <a:ext cx="5771438" cy="2104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6000" indent="-126000" defTabSz="914400" eaLnBrk="0" fontAlgn="base" hangingPunct="0">
              <a:spcBef>
                <a:spcPct val="0"/>
              </a:spcBef>
              <a:spcAft>
                <a:spcPct val="0"/>
              </a:spcAft>
              <a:buFont typeface="Arial" panose="020B0604020202020204" pitchFamily="34" charset="0"/>
              <a:buChar char="•"/>
            </a:pPr>
            <a:r>
              <a:rPr lang="zh-CN" altLang="zh-CN" sz="2400" b="1" dirty="0">
                <a:latin typeface="Arial" panose="020B0604020202020204" pitchFamily="34" charset="0"/>
              </a:rPr>
              <a:t>LLM Inference is GPU-Intensive</a:t>
            </a:r>
            <a:endParaRPr lang="en-US" altLang="zh-CN" sz="2400" b="1" dirty="0">
              <a:latin typeface="Arial" panose="020B0604020202020204" pitchFamily="34" charset="0"/>
            </a:endParaRPr>
          </a:p>
          <a:p>
            <a:pPr marL="439200" lvl="1" indent="-126000" defTabSz="914400" eaLnBrk="0" fontAlgn="base" hangingPunct="0">
              <a:spcBef>
                <a:spcPct val="0"/>
              </a:spcBef>
              <a:spcAft>
                <a:spcPct val="0"/>
              </a:spcAft>
              <a:buFont typeface="Arial" panose="020B0604020202020204" pitchFamily="34" charset="0"/>
              <a:buChar char="•"/>
            </a:pPr>
            <a:r>
              <a:rPr lang="zh-CN" altLang="zh-CN" dirty="0">
                <a:latin typeface="Arial" panose="020B0604020202020204" pitchFamily="34" charset="0"/>
              </a:rPr>
              <a:t>LLMs rely on </a:t>
            </a:r>
            <a:r>
              <a:rPr lang="zh-CN" altLang="zh-CN" b="1" dirty="0">
                <a:latin typeface="Arial" panose="020B0604020202020204" pitchFamily="34" charset="0"/>
              </a:rPr>
              <a:t>massive matrix operations (GEMMs)</a:t>
            </a:r>
            <a:r>
              <a:rPr lang="zh-CN" altLang="zh-CN" dirty="0">
                <a:latin typeface="Arial" panose="020B0604020202020204" pitchFamily="34" charset="0"/>
              </a:rPr>
              <a:t>.</a:t>
            </a:r>
            <a:endParaRPr lang="en-US" altLang="zh-CN" dirty="0">
              <a:latin typeface="Arial" panose="020B0604020202020204" pitchFamily="34" charset="0"/>
            </a:endParaRPr>
          </a:p>
          <a:p>
            <a:pPr marL="439200" lvl="1" indent="-126000" defTabSz="914400" eaLnBrk="0" fontAlgn="base" hangingPunct="0">
              <a:spcBef>
                <a:spcPct val="0"/>
              </a:spcBef>
              <a:spcAft>
                <a:spcPct val="0"/>
              </a:spcAft>
              <a:buFont typeface="Arial" panose="020B0604020202020204" pitchFamily="34" charset="0"/>
              <a:buChar char="•"/>
            </a:pPr>
            <a:r>
              <a:rPr lang="zh-CN" altLang="zh-CN" dirty="0">
                <a:latin typeface="Arial" panose="020B0604020202020204" pitchFamily="34" charset="0"/>
              </a:rPr>
              <a:t>Models are run on GPUs with </a:t>
            </a:r>
            <a:r>
              <a:rPr lang="en-US" altLang="zh-CN" b="1" dirty="0">
                <a:latin typeface="Arial" panose="020B0604020202020204" pitchFamily="34" charset="0"/>
              </a:rPr>
              <a:t>numerous kernel launches, using tensor cores, and complex warp behavior.</a:t>
            </a:r>
            <a:r>
              <a:rPr lang="zh-CN" altLang="zh-CN" dirty="0">
                <a:latin typeface="Arial" panose="020B0604020202020204" pitchFamily="34" charset="0"/>
              </a:rPr>
              <a:t>.</a:t>
            </a:r>
          </a:p>
          <a:p>
            <a:pPr defTabSz="914400" eaLnBrk="0" fontAlgn="base" hangingPunct="0">
              <a:spcBef>
                <a:spcPct val="0"/>
              </a:spcBef>
              <a:spcAft>
                <a:spcPct val="0"/>
              </a:spcAft>
            </a:pPr>
            <a:endParaRPr lang="zh-CN" altLang="zh-CN" sz="1200" dirty="0">
              <a:latin typeface="Arial" panose="020B0604020202020204" pitchFamily="34" charset="0"/>
            </a:endParaRPr>
          </a:p>
        </p:txBody>
      </p:sp>
      <p:sp>
        <p:nvSpPr>
          <p:cNvPr id="8" name="Rectangle 3">
            <a:extLst>
              <a:ext uri="{FF2B5EF4-FFF2-40B4-BE49-F238E27FC236}">
                <a16:creationId xmlns:a16="http://schemas.microsoft.com/office/drawing/2014/main" id="{9D87A501-FF01-4C42-A666-97B18B9BA6B3}"/>
              </a:ext>
            </a:extLst>
          </p:cNvPr>
          <p:cNvSpPr>
            <a:spLocks noChangeArrowheads="1"/>
          </p:cNvSpPr>
          <p:nvPr/>
        </p:nvSpPr>
        <p:spPr bwMode="auto">
          <a:xfrm>
            <a:off x="55880" y="4175742"/>
            <a:ext cx="9979200" cy="2082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26000" indent="-126000" defTabSz="914400" eaLnBrk="0" fontAlgn="base" hangingPunct="0">
              <a:spcBef>
                <a:spcPct val="0"/>
              </a:spcBef>
              <a:spcAft>
                <a:spcPct val="0"/>
              </a:spcAft>
              <a:buFont typeface="Arial" panose="020B0604020202020204" pitchFamily="34" charset="0"/>
              <a:buChar char="•"/>
            </a:pPr>
            <a:r>
              <a:rPr lang="zh-CN" altLang="zh-CN" sz="2400" b="1" dirty="0">
                <a:latin typeface="Arial" panose="020B0604020202020204" pitchFamily="34" charset="0"/>
              </a:rPr>
              <a:t>Fast &amp; Insightful Modeling is Needed</a:t>
            </a:r>
          </a:p>
          <a:p>
            <a:pPr marL="439200" lvl="1" defTabSz="914400" eaLnBrk="0" fontAlgn="base" hangingPunct="0">
              <a:lnSpc>
                <a:spcPts val="2800"/>
              </a:lnSpc>
              <a:spcBef>
                <a:spcPct val="0"/>
              </a:spcBef>
              <a:spcAft>
                <a:spcPct val="0"/>
              </a:spcAft>
              <a:buFontTx/>
              <a:buChar char="•"/>
            </a:pPr>
            <a:r>
              <a:rPr lang="en-US" altLang="zh-CN" dirty="0">
                <a:latin typeface="Arial" panose="020B0604020202020204" pitchFamily="34" charset="0"/>
              </a:rPr>
              <a:t> </a:t>
            </a:r>
            <a:r>
              <a:rPr lang="zh-CN" altLang="zh-CN" dirty="0">
                <a:latin typeface="Arial" panose="020B0604020202020204" pitchFamily="34" charset="0"/>
              </a:rPr>
              <a:t>Performance bottlenecks must be identified </a:t>
            </a:r>
            <a:r>
              <a:rPr lang="zh-CN" altLang="zh-CN" b="1" dirty="0">
                <a:solidFill>
                  <a:srgbClr val="FF0000"/>
                </a:solidFill>
                <a:latin typeface="Arial" panose="020B0604020202020204" pitchFamily="34" charset="0"/>
              </a:rPr>
              <a:t>quickly</a:t>
            </a:r>
            <a:r>
              <a:rPr lang="zh-CN" altLang="zh-CN" dirty="0">
                <a:latin typeface="Arial" panose="020B0604020202020204" pitchFamily="34" charset="0"/>
              </a:rPr>
              <a:t>.</a:t>
            </a:r>
          </a:p>
          <a:p>
            <a:pPr marL="439200" lvl="1" defTabSz="914400" eaLnBrk="0" fontAlgn="base" hangingPunct="0">
              <a:lnSpc>
                <a:spcPts val="2800"/>
              </a:lnSpc>
              <a:spcBef>
                <a:spcPct val="0"/>
              </a:spcBef>
              <a:spcAft>
                <a:spcPct val="0"/>
              </a:spcAft>
              <a:buFontTx/>
              <a:buChar char="•"/>
            </a:pPr>
            <a:r>
              <a:rPr lang="en-US" altLang="zh-CN" dirty="0">
                <a:latin typeface="Arial" panose="020B0604020202020204" pitchFamily="34" charset="0"/>
              </a:rPr>
              <a:t> </a:t>
            </a:r>
            <a:r>
              <a:rPr lang="zh-CN" altLang="zh-CN" b="1" dirty="0">
                <a:latin typeface="Arial" panose="020B0604020202020204" pitchFamily="34" charset="0"/>
              </a:rPr>
              <a:t>Simulators</a:t>
            </a:r>
            <a:r>
              <a:rPr lang="zh-CN" altLang="zh-CN" dirty="0">
                <a:latin typeface="Arial" panose="020B0604020202020204" pitchFamily="34" charset="0"/>
              </a:rPr>
              <a:t> are </a:t>
            </a:r>
            <a:r>
              <a:rPr lang="zh-CN" altLang="zh-CN" b="1" dirty="0">
                <a:solidFill>
                  <a:srgbClr val="FF0000"/>
                </a:solidFill>
                <a:latin typeface="Arial" panose="020B0604020202020204" pitchFamily="34" charset="0"/>
              </a:rPr>
              <a:t>accurate but too slow</a:t>
            </a:r>
            <a:r>
              <a:rPr lang="zh-CN" altLang="zh-CN" dirty="0">
                <a:latin typeface="Arial" panose="020B0604020202020204" pitchFamily="34" charset="0"/>
              </a:rPr>
              <a:t>.</a:t>
            </a:r>
          </a:p>
          <a:p>
            <a:pPr marL="439200" lvl="1" defTabSz="914400" eaLnBrk="0" fontAlgn="base" hangingPunct="0">
              <a:lnSpc>
                <a:spcPts val="2800"/>
              </a:lnSpc>
              <a:spcBef>
                <a:spcPct val="0"/>
              </a:spcBef>
              <a:spcAft>
                <a:spcPct val="0"/>
              </a:spcAft>
              <a:buFontTx/>
              <a:buChar char="•"/>
            </a:pPr>
            <a:r>
              <a:rPr lang="en-US" altLang="zh-CN" dirty="0">
                <a:latin typeface="Arial" panose="020B0604020202020204" pitchFamily="34" charset="0"/>
              </a:rPr>
              <a:t> </a:t>
            </a:r>
            <a:r>
              <a:rPr lang="zh-CN" altLang="zh-CN" b="1" dirty="0">
                <a:latin typeface="Arial" panose="020B0604020202020204" pitchFamily="34" charset="0"/>
              </a:rPr>
              <a:t>DL-based models </a:t>
            </a:r>
            <a:r>
              <a:rPr lang="zh-CN" altLang="zh-CN" dirty="0">
                <a:latin typeface="Arial" panose="020B0604020202020204" pitchFamily="34" charset="0"/>
              </a:rPr>
              <a:t>are </a:t>
            </a:r>
            <a:r>
              <a:rPr lang="zh-CN" altLang="zh-CN" b="1" dirty="0">
                <a:solidFill>
                  <a:srgbClr val="FF0000"/>
                </a:solidFill>
                <a:latin typeface="Arial" panose="020B0604020202020204" pitchFamily="34" charset="0"/>
              </a:rPr>
              <a:t>fast but lack interpretability</a:t>
            </a:r>
            <a:r>
              <a:rPr lang="zh-CN" altLang="zh-CN" dirty="0">
                <a:latin typeface="Arial" panose="020B0604020202020204" pitchFamily="34" charset="0"/>
              </a:rPr>
              <a:t>.</a:t>
            </a:r>
          </a:p>
          <a:p>
            <a:pPr marL="439200" lvl="1" defTabSz="914400" eaLnBrk="0" fontAlgn="base" hangingPunct="0">
              <a:lnSpc>
                <a:spcPts val="2800"/>
              </a:lnSpc>
              <a:spcBef>
                <a:spcPct val="0"/>
              </a:spcBef>
              <a:spcAft>
                <a:spcPct val="0"/>
              </a:spcAft>
              <a:buFontTx/>
              <a:buChar char="•"/>
            </a:pPr>
            <a:r>
              <a:rPr lang="en-US" altLang="zh-CN" dirty="0">
                <a:latin typeface="Arial" panose="020B0604020202020204" pitchFamily="34" charset="0"/>
              </a:rPr>
              <a:t> </a:t>
            </a:r>
            <a:r>
              <a:rPr lang="zh-CN" altLang="zh-CN" b="1" dirty="0">
                <a:latin typeface="Arial" panose="020B0604020202020204" pitchFamily="34" charset="0"/>
              </a:rPr>
              <a:t>Analytical models</a:t>
            </a:r>
            <a:r>
              <a:rPr lang="zh-CN" altLang="zh-CN" dirty="0">
                <a:latin typeface="Arial" panose="020B0604020202020204" pitchFamily="34" charset="0"/>
              </a:rPr>
              <a:t> strike the best balance</a:t>
            </a:r>
            <a:r>
              <a:rPr lang="en-US" altLang="zh-CN" dirty="0">
                <a:latin typeface="Arial" panose="020B0604020202020204" pitchFamily="34" charset="0"/>
              </a:rPr>
              <a:t> </a:t>
            </a:r>
            <a:r>
              <a:rPr lang="zh-CN" altLang="zh-CN" dirty="0">
                <a:latin typeface="Arial" panose="020B0604020202020204" pitchFamily="34" charset="0"/>
              </a:rPr>
              <a:t>→ </a:t>
            </a:r>
            <a:r>
              <a:rPr lang="zh-CN" altLang="zh-CN" b="1" dirty="0">
                <a:solidFill>
                  <a:srgbClr val="FF0000"/>
                </a:solidFill>
                <a:latin typeface="Arial" panose="020B0604020202020204" pitchFamily="34" charset="0"/>
              </a:rPr>
              <a:t>fast</a:t>
            </a:r>
            <a:r>
              <a:rPr lang="zh-CN" altLang="zh-CN" dirty="0">
                <a:solidFill>
                  <a:srgbClr val="FF0000"/>
                </a:solidFill>
                <a:latin typeface="Arial" panose="020B0604020202020204" pitchFamily="34" charset="0"/>
              </a:rPr>
              <a:t>, </a:t>
            </a:r>
            <a:r>
              <a:rPr lang="zh-CN" altLang="zh-CN" b="1" dirty="0">
                <a:solidFill>
                  <a:srgbClr val="FF0000"/>
                </a:solidFill>
                <a:latin typeface="Arial" panose="020B0604020202020204" pitchFamily="34" charset="0"/>
              </a:rPr>
              <a:t>architecture-aware</a:t>
            </a:r>
            <a:r>
              <a:rPr lang="zh-CN" altLang="zh-CN" dirty="0">
                <a:latin typeface="Arial" panose="020B0604020202020204" pitchFamily="34" charset="0"/>
              </a:rPr>
              <a:t>, and </a:t>
            </a:r>
            <a:r>
              <a:rPr lang="zh-CN" altLang="zh-CN" b="1" dirty="0">
                <a:solidFill>
                  <a:srgbClr val="FF0000"/>
                </a:solidFill>
                <a:latin typeface="Arial" panose="020B0604020202020204" pitchFamily="34" charset="0"/>
              </a:rPr>
              <a:t>insightful</a:t>
            </a:r>
            <a:r>
              <a:rPr lang="zh-CN" altLang="zh-CN" dirty="0">
                <a:latin typeface="Arial" panose="020B0604020202020204" pitchFamily="34" charset="0"/>
              </a:rPr>
              <a:t>.</a:t>
            </a:r>
          </a:p>
          <a:p>
            <a:pPr defTabSz="914400" eaLnBrk="0" fontAlgn="base" hangingPunct="0">
              <a:spcBef>
                <a:spcPct val="0"/>
              </a:spcBef>
              <a:spcAft>
                <a:spcPct val="0"/>
              </a:spcAft>
            </a:pPr>
            <a:endParaRPr lang="zh-CN" altLang="zh-CN" sz="1200" dirty="0">
              <a:latin typeface="Arial" panose="020B0604020202020204" pitchFamily="34" charset="0"/>
            </a:endParaRPr>
          </a:p>
        </p:txBody>
      </p:sp>
      <p:sp>
        <p:nvSpPr>
          <p:cNvPr id="11" name="文本框 10">
            <a:extLst>
              <a:ext uri="{FF2B5EF4-FFF2-40B4-BE49-F238E27FC236}">
                <a16:creationId xmlns:a16="http://schemas.microsoft.com/office/drawing/2014/main" id="{B7319624-08CA-4BC1-8F64-863CF46189FF}"/>
              </a:ext>
            </a:extLst>
          </p:cNvPr>
          <p:cNvSpPr txBox="1"/>
          <p:nvPr/>
        </p:nvSpPr>
        <p:spPr>
          <a:xfrm>
            <a:off x="10232100" y="4360590"/>
            <a:ext cx="1120140" cy="461665"/>
          </a:xfrm>
          <a:prstGeom prst="rect">
            <a:avLst/>
          </a:prstGeom>
          <a:noFill/>
        </p:spPr>
        <p:txBody>
          <a:bodyPr wrap="square" rtlCol="0">
            <a:spAutoFit/>
          </a:bodyPr>
          <a:lstStyle/>
          <a:p>
            <a:r>
              <a:rPr lang="en-US" altLang="zh-CN" sz="2400" b="1">
                <a:solidFill>
                  <a:srgbClr val="FF0000"/>
                </a:solidFill>
              </a:rPr>
              <a:t>AMALI</a:t>
            </a:r>
            <a:endParaRPr lang="zh-CN" altLang="en-US" sz="2400" b="1">
              <a:solidFill>
                <a:srgbClr val="FF0000"/>
              </a:solidFill>
            </a:endParaRPr>
          </a:p>
        </p:txBody>
      </p:sp>
      <p:sp>
        <p:nvSpPr>
          <p:cNvPr id="12" name="箭头: 下 11">
            <a:extLst>
              <a:ext uri="{FF2B5EF4-FFF2-40B4-BE49-F238E27FC236}">
                <a16:creationId xmlns:a16="http://schemas.microsoft.com/office/drawing/2014/main" id="{CBD5F681-F25C-46C3-B432-076978107153}"/>
              </a:ext>
            </a:extLst>
          </p:cNvPr>
          <p:cNvSpPr/>
          <p:nvPr/>
        </p:nvSpPr>
        <p:spPr>
          <a:xfrm>
            <a:off x="10620720" y="3901661"/>
            <a:ext cx="350520" cy="518141"/>
          </a:xfrm>
          <a:prstGeom prst="down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zh-CN" altLang="en-US"/>
          </a:p>
        </p:txBody>
      </p:sp>
      <p:graphicFrame>
        <p:nvGraphicFramePr>
          <p:cNvPr id="15" name="表格 15">
            <a:extLst>
              <a:ext uri="{FF2B5EF4-FFF2-40B4-BE49-F238E27FC236}">
                <a16:creationId xmlns:a16="http://schemas.microsoft.com/office/drawing/2014/main" id="{8CED8FB9-3BDD-4BD8-A72C-5EB1F756D46D}"/>
              </a:ext>
            </a:extLst>
          </p:cNvPr>
          <p:cNvGraphicFramePr>
            <a:graphicFrameLocks noGrp="1"/>
          </p:cNvGraphicFramePr>
          <p:nvPr>
            <p:extLst>
              <p:ext uri="{D42A27DB-BD31-4B8C-83A1-F6EECF244321}">
                <p14:modId xmlns:p14="http://schemas.microsoft.com/office/powerpoint/2010/main" val="2840580574"/>
              </p:ext>
            </p:extLst>
          </p:nvPr>
        </p:nvGraphicFramePr>
        <p:xfrm>
          <a:off x="5827318" y="1747932"/>
          <a:ext cx="6261960" cy="1950258"/>
        </p:xfrm>
        <a:graphic>
          <a:graphicData uri="http://schemas.openxmlformats.org/drawingml/2006/table">
            <a:tbl>
              <a:tblPr firstRow="1" bandRow="1">
                <a:tableStyleId>{3C2FFA5D-87B4-456A-9821-1D502468CF0F}</a:tableStyleId>
              </a:tblPr>
              <a:tblGrid>
                <a:gridCol w="1726949">
                  <a:extLst>
                    <a:ext uri="{9D8B030D-6E8A-4147-A177-3AD203B41FA5}">
                      <a16:colId xmlns:a16="http://schemas.microsoft.com/office/drawing/2014/main" val="2600536757"/>
                    </a:ext>
                  </a:extLst>
                </a:gridCol>
                <a:gridCol w="2174429">
                  <a:extLst>
                    <a:ext uri="{9D8B030D-6E8A-4147-A177-3AD203B41FA5}">
                      <a16:colId xmlns:a16="http://schemas.microsoft.com/office/drawing/2014/main" val="2866009226"/>
                    </a:ext>
                  </a:extLst>
                </a:gridCol>
                <a:gridCol w="2360582">
                  <a:extLst>
                    <a:ext uri="{9D8B030D-6E8A-4147-A177-3AD203B41FA5}">
                      <a16:colId xmlns:a16="http://schemas.microsoft.com/office/drawing/2014/main" val="3943992095"/>
                    </a:ext>
                  </a:extLst>
                </a:gridCol>
              </a:tblGrid>
              <a:tr h="373306">
                <a:tc>
                  <a:txBody>
                    <a:bodyPr/>
                    <a:lstStyle/>
                    <a:p>
                      <a:r>
                        <a:rPr lang="zh-CN" altLang="en-US" sz="2000"/>
                        <a:t>Simulator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2000" dirty="0"/>
                        <a:t>DL-based Model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CN" altLang="en-US" sz="2000"/>
                        <a:t>Analytical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0809426"/>
                  </a:ext>
                </a:extLst>
              </a:tr>
              <a:tr h="373306">
                <a:tc>
                  <a:txBody>
                    <a:bodyPr/>
                    <a:lstStyle/>
                    <a:p>
                      <a:r>
                        <a:rPr lang="zh-CN" altLang="en-US" sz="2000"/>
                        <a:t>⏱️ Slow </a:t>
                      </a:r>
                    </a:p>
                  </a:txBody>
                  <a:tcPr>
                    <a:lnT w="12700" cap="flat" cmpd="sng" algn="ctr">
                      <a:solidFill>
                        <a:schemeClr val="tx1"/>
                      </a:solidFill>
                      <a:prstDash val="solid"/>
                      <a:round/>
                      <a:headEnd type="none" w="med" len="med"/>
                      <a:tailEnd type="none" w="med" len="med"/>
                    </a:lnT>
                  </a:tcPr>
                </a:tc>
                <a:tc>
                  <a:txBody>
                    <a:bodyPr/>
                    <a:lstStyle/>
                    <a:p>
                      <a:r>
                        <a:rPr lang="zh-CN" altLang="en-US" sz="2000"/>
                        <a:t>⚙️ Needs data </a:t>
                      </a:r>
                    </a:p>
                  </a:txBody>
                  <a:tcPr>
                    <a:lnT w="12700" cap="flat" cmpd="sng" algn="ctr">
                      <a:solidFill>
                        <a:schemeClr val="tx1"/>
                      </a:solidFill>
                      <a:prstDash val="solid"/>
                      <a:round/>
                      <a:headEnd type="none" w="med" len="med"/>
                      <a:tailEnd type="none" w="med" len="med"/>
                    </a:lnT>
                  </a:tcPr>
                </a:tc>
                <a:tc>
                  <a:txBody>
                    <a:bodyPr/>
                    <a:lstStyle/>
                    <a:p>
                      <a:r>
                        <a:rPr lang="zh-CN" altLang="en-US" sz="2000"/>
                        <a:t>⚡ Fast </a:t>
                      </a:r>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662863905"/>
                  </a:ext>
                </a:extLst>
              </a:tr>
              <a:tr h="456738">
                <a:tc>
                  <a:txBody>
                    <a:bodyPr/>
                    <a:lstStyle/>
                    <a:p>
                      <a:r>
                        <a:rPr lang="zh-CN" altLang="en-US" sz="2000"/>
                        <a:t>🧩 Complex </a:t>
                      </a:r>
                    </a:p>
                  </a:txBody>
                  <a:tcPr/>
                </a:tc>
                <a:tc>
                  <a:txBody>
                    <a:bodyPr/>
                    <a:lstStyle/>
                    <a:p>
                      <a:r>
                        <a:rPr lang="zh-CN" altLang="en-US" sz="2000"/>
                        <a:t>🎲 Black-box </a:t>
                      </a:r>
                    </a:p>
                  </a:txBody>
                  <a:tcPr/>
                </a:tc>
                <a:tc>
                  <a:txBody>
                    <a:bodyPr/>
                    <a:lstStyle/>
                    <a:p>
                      <a:r>
                        <a:rPr lang="zh-CN" altLang="en-US" sz="2000"/>
                        <a:t>🔍 Interpretable </a:t>
                      </a:r>
                    </a:p>
                  </a:txBody>
                  <a:tcPr/>
                </a:tc>
                <a:extLst>
                  <a:ext uri="{0D108BD9-81ED-4DB2-BD59-A6C34878D82A}">
                    <a16:rowId xmlns:a16="http://schemas.microsoft.com/office/drawing/2014/main" val="354675277"/>
                  </a:ext>
                </a:extLst>
              </a:tr>
              <a:tr h="660465">
                <a:tc>
                  <a:txBody>
                    <a:bodyPr/>
                    <a:lstStyle/>
                    <a:p>
                      <a:r>
                        <a:rPr lang="zh-CN" altLang="en-US" sz="2000" dirty="0"/>
                        <a:t>🧠 Accurate </a:t>
                      </a:r>
                    </a:p>
                  </a:txBody>
                  <a:tcPr/>
                </a:tc>
                <a:tc>
                  <a:txBody>
                    <a:bodyPr/>
                    <a:lstStyle/>
                    <a:p>
                      <a:r>
                        <a:rPr lang="zh-CN" altLang="en-US" sz="2000" dirty="0"/>
                        <a:t>❌ Architecture     dependent</a:t>
                      </a:r>
                    </a:p>
                  </a:txBody>
                  <a:tcPr/>
                </a:tc>
                <a:tc>
                  <a:txBody>
                    <a:bodyPr/>
                    <a:lstStyle/>
                    <a:p>
                      <a:r>
                        <a:rPr lang="zh-CN" altLang="en-US" sz="2000" dirty="0"/>
                        <a:t>🧠 Insightful </a:t>
                      </a:r>
                      <a:endParaRPr lang="en-US" altLang="zh-CN" sz="2000" dirty="0"/>
                    </a:p>
                    <a:p>
                      <a:r>
                        <a:rPr lang="en-US" altLang="zh-CN" sz="2000" dirty="0"/>
                        <a:t>Architecture-aware </a:t>
                      </a:r>
                      <a:endParaRPr lang="zh-CN" altLang="en-US" sz="2000" dirty="0"/>
                    </a:p>
                  </a:txBody>
                  <a:tcPr/>
                </a:tc>
                <a:extLst>
                  <a:ext uri="{0D108BD9-81ED-4DB2-BD59-A6C34878D82A}">
                    <a16:rowId xmlns:a16="http://schemas.microsoft.com/office/drawing/2014/main" val="951089219"/>
                  </a:ext>
                </a:extLst>
              </a:tr>
            </a:tbl>
          </a:graphicData>
        </a:graphic>
      </p:graphicFrame>
    </p:spTree>
    <p:extLst>
      <p:ext uri="{BB962C8B-B14F-4D97-AF65-F5344CB8AC3E}">
        <p14:creationId xmlns:p14="http://schemas.microsoft.com/office/powerpoint/2010/main" val="2739764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1D81E10-03E2-4983-8FFE-4B5C9E9F6243}"/>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E25C6B84-A3D1-4210-B80B-B49296407679}"/>
              </a:ext>
            </a:extLst>
          </p:cNvPr>
          <p:cNvSpPr>
            <a:spLocks noGrp="1"/>
          </p:cNvSpPr>
          <p:nvPr>
            <p:ph type="sldNum" sz="quarter" idx="12"/>
          </p:nvPr>
        </p:nvSpPr>
        <p:spPr>
          <a:xfrm>
            <a:off x="9245837" y="6396823"/>
            <a:ext cx="2844800" cy="365125"/>
          </a:xfrm>
        </p:spPr>
        <p:txBody>
          <a:bodyPr/>
          <a:lstStyle/>
          <a:p>
            <a:fld id="{C1FF6DA9-008F-8B48-92A6-B652298478BF}" type="slidenum">
              <a:rPr lang="en-US" smtClean="0"/>
              <a:t>4</a:t>
            </a:fld>
            <a:endParaRPr lang="en-US"/>
          </a:p>
        </p:txBody>
      </p:sp>
      <p:cxnSp>
        <p:nvCxnSpPr>
          <p:cNvPr id="7" name="直接箭头连接符 6">
            <a:extLst>
              <a:ext uri="{FF2B5EF4-FFF2-40B4-BE49-F238E27FC236}">
                <a16:creationId xmlns:a16="http://schemas.microsoft.com/office/drawing/2014/main" id="{30B9F891-85A6-44D7-B7B8-6874BF2E6F37}"/>
              </a:ext>
            </a:extLst>
          </p:cNvPr>
          <p:cNvCxnSpPr>
            <a:cxnSpLocks/>
          </p:cNvCxnSpPr>
          <p:nvPr/>
        </p:nvCxnSpPr>
        <p:spPr>
          <a:xfrm flipV="1">
            <a:off x="7751058" y="2846611"/>
            <a:ext cx="3388734" cy="1092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9" name="箭头: 下 8">
            <a:extLst>
              <a:ext uri="{FF2B5EF4-FFF2-40B4-BE49-F238E27FC236}">
                <a16:creationId xmlns:a16="http://schemas.microsoft.com/office/drawing/2014/main" id="{95676480-C130-406D-BD83-33DE24AE5518}"/>
              </a:ext>
            </a:extLst>
          </p:cNvPr>
          <p:cNvSpPr/>
          <p:nvPr/>
        </p:nvSpPr>
        <p:spPr>
          <a:xfrm rot="10800000">
            <a:off x="7866013"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3F3941F2-39D6-47AE-B9BD-9276BDBEAD62}"/>
              </a:ext>
            </a:extLst>
          </p:cNvPr>
          <p:cNvSpPr txBox="1"/>
          <p:nvPr/>
        </p:nvSpPr>
        <p:spPr>
          <a:xfrm>
            <a:off x="9550059" y="2844292"/>
            <a:ext cx="1846901" cy="276999"/>
          </a:xfrm>
          <a:prstGeom prst="rect">
            <a:avLst/>
          </a:prstGeom>
          <a:noFill/>
        </p:spPr>
        <p:txBody>
          <a:bodyPr wrap="square" rtlCol="0">
            <a:spAutoFit/>
          </a:bodyPr>
          <a:lstStyle/>
          <a:p>
            <a:r>
              <a:rPr lang="en-US" altLang="zh-CN" sz="1200"/>
              <a:t>Instruction issue timeline</a:t>
            </a:r>
          </a:p>
        </p:txBody>
      </p:sp>
      <p:sp>
        <p:nvSpPr>
          <p:cNvPr id="33" name="文本框 32">
            <a:extLst>
              <a:ext uri="{FF2B5EF4-FFF2-40B4-BE49-F238E27FC236}">
                <a16:creationId xmlns:a16="http://schemas.microsoft.com/office/drawing/2014/main" id="{9D4B2BC1-5AE6-4664-8967-2A2AA69E9595}"/>
              </a:ext>
            </a:extLst>
          </p:cNvPr>
          <p:cNvSpPr txBox="1"/>
          <p:nvPr/>
        </p:nvSpPr>
        <p:spPr>
          <a:xfrm>
            <a:off x="8397627" y="3479165"/>
            <a:ext cx="998765" cy="276999"/>
          </a:xfrm>
          <a:prstGeom prst="rect">
            <a:avLst/>
          </a:prstGeom>
          <a:noFill/>
        </p:spPr>
        <p:txBody>
          <a:bodyPr wrap="square" rtlCol="0">
            <a:spAutoFit/>
          </a:bodyPr>
          <a:lstStyle/>
          <a:p>
            <a:r>
              <a:rPr lang="en-US" altLang="zh-CN" sz="1200"/>
              <a:t>dependency</a:t>
            </a:r>
            <a:endParaRPr lang="zh-CN" altLang="en-US" sz="1200"/>
          </a:p>
        </p:txBody>
      </p:sp>
      <p:sp>
        <p:nvSpPr>
          <p:cNvPr id="60" name="文本框 59">
            <a:extLst>
              <a:ext uri="{FF2B5EF4-FFF2-40B4-BE49-F238E27FC236}">
                <a16:creationId xmlns:a16="http://schemas.microsoft.com/office/drawing/2014/main" id="{48D50AA4-858E-4E05-B5B4-11D97727B27A}"/>
              </a:ext>
            </a:extLst>
          </p:cNvPr>
          <p:cNvSpPr txBox="1"/>
          <p:nvPr/>
        </p:nvSpPr>
        <p:spPr>
          <a:xfrm>
            <a:off x="8336872" y="2994710"/>
            <a:ext cx="1812498" cy="369332"/>
          </a:xfrm>
          <a:prstGeom prst="rect">
            <a:avLst/>
          </a:prstGeom>
          <a:noFill/>
        </p:spPr>
        <p:txBody>
          <a:bodyPr wrap="square" rtlCol="0">
            <a:spAutoFit/>
          </a:bodyPr>
          <a:lstStyle/>
          <a:p>
            <a:r>
              <a:rPr lang="en-US" altLang="zh-CN"/>
              <a:t>Interval analyze</a:t>
            </a:r>
            <a:endParaRPr lang="zh-CN" altLang="en-US"/>
          </a:p>
        </p:txBody>
      </p:sp>
      <p:sp>
        <p:nvSpPr>
          <p:cNvPr id="69" name="文本框 68">
            <a:extLst>
              <a:ext uri="{FF2B5EF4-FFF2-40B4-BE49-F238E27FC236}">
                <a16:creationId xmlns:a16="http://schemas.microsoft.com/office/drawing/2014/main" id="{7104F00F-EBD5-4D18-8027-2F2A1FF848BF}"/>
              </a:ext>
            </a:extLst>
          </p:cNvPr>
          <p:cNvSpPr txBox="1"/>
          <p:nvPr/>
        </p:nvSpPr>
        <p:spPr>
          <a:xfrm>
            <a:off x="2591789" y="247251"/>
            <a:ext cx="7097119" cy="892552"/>
          </a:xfrm>
          <a:prstGeom prst="rect">
            <a:avLst/>
          </a:prstGeom>
          <a:noFill/>
        </p:spPr>
        <p:txBody>
          <a:bodyPr wrap="square" rtlCol="0">
            <a:spAutoFit/>
          </a:bodyPr>
          <a:lstStyle/>
          <a:p>
            <a:r>
              <a:rPr lang="en-US" altLang="zh-CN" sz="3200" b="1">
                <a:solidFill>
                  <a:schemeClr val="accent2">
                    <a:lumMod val="75000"/>
                  </a:schemeClr>
                </a:solidFill>
                <a:latin typeface="+mj-lt"/>
                <a:ea typeface="+mj-ea"/>
                <a:cs typeface="+mj-cs"/>
              </a:rPr>
              <a:t>Interval Analysis Based method </a:t>
            </a:r>
          </a:p>
          <a:p>
            <a:r>
              <a:rPr lang="en-US" altLang="zh-CN" sz="2000">
                <a:solidFill>
                  <a:schemeClr val="accent2">
                    <a:lumMod val="75000"/>
                  </a:schemeClr>
                </a:solidFill>
                <a:latin typeface="+mj-lt"/>
                <a:ea typeface="+mj-ea"/>
                <a:cs typeface="+mj-cs"/>
              </a:rPr>
              <a:t>e.g.</a:t>
            </a:r>
            <a:r>
              <a:rPr lang="zh-CN" altLang="en-US" sz="2000">
                <a:solidFill>
                  <a:schemeClr val="accent2">
                    <a:lumMod val="75000"/>
                  </a:schemeClr>
                </a:solidFill>
                <a:latin typeface="+mj-lt"/>
                <a:ea typeface="+mj-ea"/>
                <a:cs typeface="+mj-cs"/>
              </a:rPr>
              <a:t> </a:t>
            </a:r>
            <a:r>
              <a:rPr lang="en-US" altLang="zh-CN" sz="2000">
                <a:solidFill>
                  <a:schemeClr val="accent2">
                    <a:lumMod val="75000"/>
                  </a:schemeClr>
                </a:solidFill>
                <a:latin typeface="+mj-lt"/>
                <a:ea typeface="+mj-ea"/>
                <a:cs typeface="+mj-cs"/>
              </a:rPr>
              <a:t>GCoM [ISCA ’22], </a:t>
            </a:r>
            <a:r>
              <a:rPr lang="nl-NL" altLang="zh-CN" sz="2000">
                <a:solidFill>
                  <a:schemeClr val="accent2">
                    <a:lumMod val="75000"/>
                  </a:schemeClr>
                </a:solidFill>
                <a:latin typeface="+mj-lt"/>
                <a:ea typeface="+mj-ea"/>
                <a:cs typeface="+mj-cs"/>
              </a:rPr>
              <a:t>MDM [MICRO ’20], GPUMech [MICRO ’14]</a:t>
            </a:r>
            <a:endParaRPr lang="zh-CN" altLang="en-US" sz="2000">
              <a:solidFill>
                <a:schemeClr val="accent2">
                  <a:lumMod val="75000"/>
                </a:schemeClr>
              </a:solidFill>
              <a:latin typeface="+mj-lt"/>
              <a:ea typeface="+mj-ea"/>
              <a:cs typeface="+mj-cs"/>
            </a:endParaRPr>
          </a:p>
        </p:txBody>
      </p:sp>
      <p:sp>
        <p:nvSpPr>
          <p:cNvPr id="73" name="箭头: 下 72">
            <a:extLst>
              <a:ext uri="{FF2B5EF4-FFF2-40B4-BE49-F238E27FC236}">
                <a16:creationId xmlns:a16="http://schemas.microsoft.com/office/drawing/2014/main" id="{69A4F31E-F6E5-436A-BA86-936EB03B4E55}"/>
              </a:ext>
            </a:extLst>
          </p:cNvPr>
          <p:cNvSpPr/>
          <p:nvPr/>
        </p:nvSpPr>
        <p:spPr>
          <a:xfrm rot="10800000">
            <a:off x="8094656"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4" name="箭头: 下 73">
            <a:extLst>
              <a:ext uri="{FF2B5EF4-FFF2-40B4-BE49-F238E27FC236}">
                <a16:creationId xmlns:a16="http://schemas.microsoft.com/office/drawing/2014/main" id="{F05ED808-33FA-4F18-A83D-3F4FE0BF3E11}"/>
              </a:ext>
            </a:extLst>
          </p:cNvPr>
          <p:cNvSpPr/>
          <p:nvPr/>
        </p:nvSpPr>
        <p:spPr>
          <a:xfrm rot="10800000">
            <a:off x="8323299"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5" name="箭头: 下 74">
            <a:extLst>
              <a:ext uri="{FF2B5EF4-FFF2-40B4-BE49-F238E27FC236}">
                <a16:creationId xmlns:a16="http://schemas.microsoft.com/office/drawing/2014/main" id="{8AD8AB21-767C-4D39-BE08-6FA6F394C35A}"/>
              </a:ext>
            </a:extLst>
          </p:cNvPr>
          <p:cNvSpPr/>
          <p:nvPr/>
        </p:nvSpPr>
        <p:spPr>
          <a:xfrm rot="10800000">
            <a:off x="8551942"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6" name="箭头: 下 75">
            <a:extLst>
              <a:ext uri="{FF2B5EF4-FFF2-40B4-BE49-F238E27FC236}">
                <a16:creationId xmlns:a16="http://schemas.microsoft.com/office/drawing/2014/main" id="{EA407B89-D8A7-4362-AC34-00D26246E8E0}"/>
              </a:ext>
            </a:extLst>
          </p:cNvPr>
          <p:cNvSpPr/>
          <p:nvPr/>
        </p:nvSpPr>
        <p:spPr>
          <a:xfrm rot="10800000">
            <a:off x="8780585"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7" name="箭头: 下 76">
            <a:extLst>
              <a:ext uri="{FF2B5EF4-FFF2-40B4-BE49-F238E27FC236}">
                <a16:creationId xmlns:a16="http://schemas.microsoft.com/office/drawing/2014/main" id="{5C92BC76-B63D-4C49-93F9-29B07D0EEA73}"/>
              </a:ext>
            </a:extLst>
          </p:cNvPr>
          <p:cNvSpPr/>
          <p:nvPr/>
        </p:nvSpPr>
        <p:spPr>
          <a:xfrm rot="10800000">
            <a:off x="9009228"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78" name="箭头: 下 77">
            <a:extLst>
              <a:ext uri="{FF2B5EF4-FFF2-40B4-BE49-F238E27FC236}">
                <a16:creationId xmlns:a16="http://schemas.microsoft.com/office/drawing/2014/main" id="{DE398F5A-2C8C-4502-8DBC-5DE5F712B35A}"/>
              </a:ext>
            </a:extLst>
          </p:cNvPr>
          <p:cNvSpPr/>
          <p:nvPr/>
        </p:nvSpPr>
        <p:spPr>
          <a:xfrm rot="10800000">
            <a:off x="9237870" y="2573976"/>
            <a:ext cx="133499" cy="260586"/>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14" name="文本框 113">
            <a:extLst>
              <a:ext uri="{FF2B5EF4-FFF2-40B4-BE49-F238E27FC236}">
                <a16:creationId xmlns:a16="http://schemas.microsoft.com/office/drawing/2014/main" id="{5BF2758F-0BB8-4245-AFF7-8B938575CF6B}"/>
              </a:ext>
            </a:extLst>
          </p:cNvPr>
          <p:cNvSpPr txBox="1"/>
          <p:nvPr/>
        </p:nvSpPr>
        <p:spPr>
          <a:xfrm>
            <a:off x="9971210" y="3480562"/>
            <a:ext cx="998765" cy="276999"/>
          </a:xfrm>
          <a:prstGeom prst="rect">
            <a:avLst/>
          </a:prstGeom>
          <a:noFill/>
        </p:spPr>
        <p:txBody>
          <a:bodyPr wrap="square" rtlCol="0">
            <a:spAutoFit/>
          </a:bodyPr>
          <a:lstStyle/>
          <a:p>
            <a:r>
              <a:rPr lang="en-US" altLang="zh-CN" sz="1200"/>
              <a:t>dependency</a:t>
            </a:r>
            <a:endParaRPr lang="zh-CN" altLang="en-US" sz="1200"/>
          </a:p>
        </p:txBody>
      </p:sp>
      <p:sp>
        <p:nvSpPr>
          <p:cNvPr id="122" name="箭头: 下 121">
            <a:extLst>
              <a:ext uri="{FF2B5EF4-FFF2-40B4-BE49-F238E27FC236}">
                <a16:creationId xmlns:a16="http://schemas.microsoft.com/office/drawing/2014/main" id="{8C39F2C9-AF83-4DD0-9E46-7D13606C914F}"/>
              </a:ext>
            </a:extLst>
          </p:cNvPr>
          <p:cNvSpPr/>
          <p:nvPr/>
        </p:nvSpPr>
        <p:spPr>
          <a:xfrm rot="10800000">
            <a:off x="10007308"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3" name="箭头: 下 122">
            <a:extLst>
              <a:ext uri="{FF2B5EF4-FFF2-40B4-BE49-F238E27FC236}">
                <a16:creationId xmlns:a16="http://schemas.microsoft.com/office/drawing/2014/main" id="{D4CD899A-4DCA-44FC-BB03-7D114605036D}"/>
              </a:ext>
            </a:extLst>
          </p:cNvPr>
          <p:cNvSpPr/>
          <p:nvPr/>
        </p:nvSpPr>
        <p:spPr>
          <a:xfrm rot="10800000">
            <a:off x="10213440"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4" name="箭头: 下 123">
            <a:extLst>
              <a:ext uri="{FF2B5EF4-FFF2-40B4-BE49-F238E27FC236}">
                <a16:creationId xmlns:a16="http://schemas.microsoft.com/office/drawing/2014/main" id="{02959FAA-50D3-4CDD-B8F2-A67113974A08}"/>
              </a:ext>
            </a:extLst>
          </p:cNvPr>
          <p:cNvSpPr/>
          <p:nvPr/>
        </p:nvSpPr>
        <p:spPr>
          <a:xfrm rot="10800000">
            <a:off x="10420887"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6" name="箭头: 下 125">
            <a:extLst>
              <a:ext uri="{FF2B5EF4-FFF2-40B4-BE49-F238E27FC236}">
                <a16:creationId xmlns:a16="http://schemas.microsoft.com/office/drawing/2014/main" id="{8832C902-481C-47DA-8490-A0BB0ACAAE09}"/>
              </a:ext>
            </a:extLst>
          </p:cNvPr>
          <p:cNvSpPr/>
          <p:nvPr/>
        </p:nvSpPr>
        <p:spPr>
          <a:xfrm rot="10800000">
            <a:off x="11089269"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7" name="箭头: 下 126">
            <a:extLst>
              <a:ext uri="{FF2B5EF4-FFF2-40B4-BE49-F238E27FC236}">
                <a16:creationId xmlns:a16="http://schemas.microsoft.com/office/drawing/2014/main" id="{EA21B8FB-F1D8-4D1D-B2C3-8E0048B927C6}"/>
              </a:ext>
            </a:extLst>
          </p:cNvPr>
          <p:cNvSpPr/>
          <p:nvPr/>
        </p:nvSpPr>
        <p:spPr>
          <a:xfrm rot="10800000">
            <a:off x="8833286"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8" name="箭头: 下 127">
            <a:extLst>
              <a:ext uri="{FF2B5EF4-FFF2-40B4-BE49-F238E27FC236}">
                <a16:creationId xmlns:a16="http://schemas.microsoft.com/office/drawing/2014/main" id="{DF58523D-33E4-43C7-A246-12336C3C721A}"/>
              </a:ext>
            </a:extLst>
          </p:cNvPr>
          <p:cNvSpPr/>
          <p:nvPr/>
        </p:nvSpPr>
        <p:spPr>
          <a:xfrm rot="10800000">
            <a:off x="8633646"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29" name="箭头: 下 128">
            <a:extLst>
              <a:ext uri="{FF2B5EF4-FFF2-40B4-BE49-F238E27FC236}">
                <a16:creationId xmlns:a16="http://schemas.microsoft.com/office/drawing/2014/main" id="{97828184-F692-4EB6-A5F9-09CDB8A5260C}"/>
              </a:ext>
            </a:extLst>
          </p:cNvPr>
          <p:cNvSpPr/>
          <p:nvPr/>
        </p:nvSpPr>
        <p:spPr>
          <a:xfrm rot="10800000">
            <a:off x="8414061" y="483766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141" name="直接箭头连接符 140">
            <a:extLst>
              <a:ext uri="{FF2B5EF4-FFF2-40B4-BE49-F238E27FC236}">
                <a16:creationId xmlns:a16="http://schemas.microsoft.com/office/drawing/2014/main" id="{126DADD8-EFF4-4FB2-A933-9F00976F69AB}"/>
              </a:ext>
            </a:extLst>
          </p:cNvPr>
          <p:cNvCxnSpPr>
            <a:cxnSpLocks/>
          </p:cNvCxnSpPr>
          <p:nvPr/>
        </p:nvCxnSpPr>
        <p:spPr>
          <a:xfrm>
            <a:off x="7778563" y="5098254"/>
            <a:ext cx="369948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42" name="箭头: 下 141">
            <a:extLst>
              <a:ext uri="{FF2B5EF4-FFF2-40B4-BE49-F238E27FC236}">
                <a16:creationId xmlns:a16="http://schemas.microsoft.com/office/drawing/2014/main" id="{8B28EA24-93DF-46B5-BF8A-AB9273AD301C}"/>
              </a:ext>
            </a:extLst>
          </p:cNvPr>
          <p:cNvSpPr/>
          <p:nvPr/>
        </p:nvSpPr>
        <p:spPr>
          <a:xfrm rot="10800000">
            <a:off x="7787769"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3" name="箭头: 下 142">
            <a:extLst>
              <a:ext uri="{FF2B5EF4-FFF2-40B4-BE49-F238E27FC236}">
                <a16:creationId xmlns:a16="http://schemas.microsoft.com/office/drawing/2014/main" id="{F931AE2E-B8B3-4927-B4BB-7B8EF2605A12}"/>
              </a:ext>
            </a:extLst>
          </p:cNvPr>
          <p:cNvSpPr/>
          <p:nvPr/>
        </p:nvSpPr>
        <p:spPr>
          <a:xfrm rot="10800000">
            <a:off x="8001425"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4" name="箭头: 下 143">
            <a:extLst>
              <a:ext uri="{FF2B5EF4-FFF2-40B4-BE49-F238E27FC236}">
                <a16:creationId xmlns:a16="http://schemas.microsoft.com/office/drawing/2014/main" id="{4B636D71-F246-4DE7-9D26-87A6C1D997CF}"/>
              </a:ext>
            </a:extLst>
          </p:cNvPr>
          <p:cNvSpPr/>
          <p:nvPr/>
        </p:nvSpPr>
        <p:spPr>
          <a:xfrm rot="10800000">
            <a:off x="8221949"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5" name="箭头: 下 144">
            <a:extLst>
              <a:ext uri="{FF2B5EF4-FFF2-40B4-BE49-F238E27FC236}">
                <a16:creationId xmlns:a16="http://schemas.microsoft.com/office/drawing/2014/main" id="{98180555-78F9-4849-8AAD-3F64A1FCE6DE}"/>
              </a:ext>
            </a:extLst>
          </p:cNvPr>
          <p:cNvSpPr/>
          <p:nvPr/>
        </p:nvSpPr>
        <p:spPr>
          <a:xfrm rot="10800000">
            <a:off x="9330974"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6" name="箭头: 下 145">
            <a:extLst>
              <a:ext uri="{FF2B5EF4-FFF2-40B4-BE49-F238E27FC236}">
                <a16:creationId xmlns:a16="http://schemas.microsoft.com/office/drawing/2014/main" id="{85466DDB-FA32-48DF-954F-C613D4BAAE7C}"/>
              </a:ext>
            </a:extLst>
          </p:cNvPr>
          <p:cNvSpPr/>
          <p:nvPr/>
        </p:nvSpPr>
        <p:spPr>
          <a:xfrm rot="10800000">
            <a:off x="9567649"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7" name="箭头: 下 146">
            <a:extLst>
              <a:ext uri="{FF2B5EF4-FFF2-40B4-BE49-F238E27FC236}">
                <a16:creationId xmlns:a16="http://schemas.microsoft.com/office/drawing/2014/main" id="{EF7F1303-1545-44D7-A7FF-CA62356F31B4}"/>
              </a:ext>
            </a:extLst>
          </p:cNvPr>
          <p:cNvSpPr/>
          <p:nvPr/>
        </p:nvSpPr>
        <p:spPr>
          <a:xfrm rot="10800000">
            <a:off x="9811455"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48" name="箭头: 下 147">
            <a:extLst>
              <a:ext uri="{FF2B5EF4-FFF2-40B4-BE49-F238E27FC236}">
                <a16:creationId xmlns:a16="http://schemas.microsoft.com/office/drawing/2014/main" id="{4E32CA23-58D9-4FD4-8CC8-6856B5AF36F3}"/>
              </a:ext>
            </a:extLst>
          </p:cNvPr>
          <p:cNvSpPr/>
          <p:nvPr/>
        </p:nvSpPr>
        <p:spPr>
          <a:xfrm rot="10800000">
            <a:off x="10857781" y="4837669"/>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50" name="文本框 149">
            <a:extLst>
              <a:ext uri="{FF2B5EF4-FFF2-40B4-BE49-F238E27FC236}">
                <a16:creationId xmlns:a16="http://schemas.microsoft.com/office/drawing/2014/main" id="{6C712270-38A7-44F4-B594-D94EB23135CC}"/>
              </a:ext>
            </a:extLst>
          </p:cNvPr>
          <p:cNvSpPr txBox="1"/>
          <p:nvPr/>
        </p:nvSpPr>
        <p:spPr>
          <a:xfrm>
            <a:off x="9798320" y="5089683"/>
            <a:ext cx="1846901" cy="276999"/>
          </a:xfrm>
          <a:prstGeom prst="rect">
            <a:avLst/>
          </a:prstGeom>
          <a:noFill/>
        </p:spPr>
        <p:txBody>
          <a:bodyPr wrap="square" rtlCol="0">
            <a:spAutoFit/>
          </a:bodyPr>
          <a:lstStyle/>
          <a:p>
            <a:r>
              <a:rPr lang="en-US" altLang="zh-CN" sz="1200"/>
              <a:t>Instruction issue timeline</a:t>
            </a:r>
          </a:p>
        </p:txBody>
      </p:sp>
      <p:sp>
        <p:nvSpPr>
          <p:cNvPr id="156" name="箭头: 下 155">
            <a:extLst>
              <a:ext uri="{FF2B5EF4-FFF2-40B4-BE49-F238E27FC236}">
                <a16:creationId xmlns:a16="http://schemas.microsoft.com/office/drawing/2014/main" id="{61DF07CA-8A4C-4F97-A1C2-82637BAF8990}"/>
              </a:ext>
            </a:extLst>
          </p:cNvPr>
          <p:cNvSpPr/>
          <p:nvPr/>
        </p:nvSpPr>
        <p:spPr>
          <a:xfrm rot="10800000">
            <a:off x="9077092" y="4837669"/>
            <a:ext cx="156488" cy="260584"/>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57" name="箭头: 下 156">
            <a:extLst>
              <a:ext uri="{FF2B5EF4-FFF2-40B4-BE49-F238E27FC236}">
                <a16:creationId xmlns:a16="http://schemas.microsoft.com/office/drawing/2014/main" id="{B1015DAB-38EA-4631-8AC8-3CB53A3D729C}"/>
              </a:ext>
            </a:extLst>
          </p:cNvPr>
          <p:cNvSpPr/>
          <p:nvPr/>
        </p:nvSpPr>
        <p:spPr>
          <a:xfrm rot="10800000">
            <a:off x="10626539" y="4837669"/>
            <a:ext cx="156488" cy="260584"/>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170" name="直接箭头连接符 169">
            <a:extLst>
              <a:ext uri="{FF2B5EF4-FFF2-40B4-BE49-F238E27FC236}">
                <a16:creationId xmlns:a16="http://schemas.microsoft.com/office/drawing/2014/main" id="{34C6EA66-5EF8-4B08-B50E-550D0588A128}"/>
              </a:ext>
            </a:extLst>
          </p:cNvPr>
          <p:cNvCxnSpPr>
            <a:cxnSpLocks/>
          </p:cNvCxnSpPr>
          <p:nvPr/>
        </p:nvCxnSpPr>
        <p:spPr>
          <a:xfrm>
            <a:off x="7737788" y="4213834"/>
            <a:ext cx="3740257"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71" name="箭头: 下 170">
            <a:extLst>
              <a:ext uri="{FF2B5EF4-FFF2-40B4-BE49-F238E27FC236}">
                <a16:creationId xmlns:a16="http://schemas.microsoft.com/office/drawing/2014/main" id="{D22295BA-DA3F-4E76-A058-3FA4101006F4}"/>
              </a:ext>
            </a:extLst>
          </p:cNvPr>
          <p:cNvSpPr/>
          <p:nvPr/>
        </p:nvSpPr>
        <p:spPr>
          <a:xfrm rot="10800000">
            <a:off x="7818781"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2" name="箭头: 下 171">
            <a:extLst>
              <a:ext uri="{FF2B5EF4-FFF2-40B4-BE49-F238E27FC236}">
                <a16:creationId xmlns:a16="http://schemas.microsoft.com/office/drawing/2014/main" id="{33C0BE28-06F8-428F-B583-BEACF8C69F0D}"/>
              </a:ext>
            </a:extLst>
          </p:cNvPr>
          <p:cNvSpPr/>
          <p:nvPr/>
        </p:nvSpPr>
        <p:spPr>
          <a:xfrm rot="10800000">
            <a:off x="8032437"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3" name="箭头: 下 172">
            <a:extLst>
              <a:ext uri="{FF2B5EF4-FFF2-40B4-BE49-F238E27FC236}">
                <a16:creationId xmlns:a16="http://schemas.microsoft.com/office/drawing/2014/main" id="{E902A510-6CBD-439A-AD8B-66739618C118}"/>
              </a:ext>
            </a:extLst>
          </p:cNvPr>
          <p:cNvSpPr/>
          <p:nvPr/>
        </p:nvSpPr>
        <p:spPr>
          <a:xfrm rot="10800000">
            <a:off x="8252961"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4" name="箭头: 下 173">
            <a:extLst>
              <a:ext uri="{FF2B5EF4-FFF2-40B4-BE49-F238E27FC236}">
                <a16:creationId xmlns:a16="http://schemas.microsoft.com/office/drawing/2014/main" id="{A50FFD7E-E2DD-429A-A1BB-CE80E7C735B6}"/>
              </a:ext>
            </a:extLst>
          </p:cNvPr>
          <p:cNvSpPr/>
          <p:nvPr/>
        </p:nvSpPr>
        <p:spPr>
          <a:xfrm rot="10800000">
            <a:off x="9361986"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5" name="箭头: 下 174">
            <a:extLst>
              <a:ext uri="{FF2B5EF4-FFF2-40B4-BE49-F238E27FC236}">
                <a16:creationId xmlns:a16="http://schemas.microsoft.com/office/drawing/2014/main" id="{6047202D-A485-4059-9B55-965570CAD21E}"/>
              </a:ext>
            </a:extLst>
          </p:cNvPr>
          <p:cNvSpPr/>
          <p:nvPr/>
        </p:nvSpPr>
        <p:spPr>
          <a:xfrm rot="10800000">
            <a:off x="9598661"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6" name="箭头: 下 175">
            <a:extLst>
              <a:ext uri="{FF2B5EF4-FFF2-40B4-BE49-F238E27FC236}">
                <a16:creationId xmlns:a16="http://schemas.microsoft.com/office/drawing/2014/main" id="{7FCAB101-1AF4-42CD-9522-00C32D2DB390}"/>
              </a:ext>
            </a:extLst>
          </p:cNvPr>
          <p:cNvSpPr/>
          <p:nvPr/>
        </p:nvSpPr>
        <p:spPr>
          <a:xfrm rot="10800000">
            <a:off x="9842467"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7" name="箭头: 下 176">
            <a:extLst>
              <a:ext uri="{FF2B5EF4-FFF2-40B4-BE49-F238E27FC236}">
                <a16:creationId xmlns:a16="http://schemas.microsoft.com/office/drawing/2014/main" id="{0473F938-B3DA-47E0-BB7A-7A9C26EAB561}"/>
              </a:ext>
            </a:extLst>
          </p:cNvPr>
          <p:cNvSpPr/>
          <p:nvPr/>
        </p:nvSpPr>
        <p:spPr>
          <a:xfrm rot="10800000">
            <a:off x="10888793" y="3935931"/>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8" name="文本框 177">
            <a:extLst>
              <a:ext uri="{FF2B5EF4-FFF2-40B4-BE49-F238E27FC236}">
                <a16:creationId xmlns:a16="http://schemas.microsoft.com/office/drawing/2014/main" id="{608D9039-DF78-4AF8-8D3D-4A3F6811BB8C}"/>
              </a:ext>
            </a:extLst>
          </p:cNvPr>
          <p:cNvSpPr txBox="1"/>
          <p:nvPr/>
        </p:nvSpPr>
        <p:spPr>
          <a:xfrm>
            <a:off x="9787963" y="4482784"/>
            <a:ext cx="1846902" cy="276999"/>
          </a:xfrm>
          <a:prstGeom prst="rect">
            <a:avLst/>
          </a:prstGeom>
          <a:noFill/>
        </p:spPr>
        <p:txBody>
          <a:bodyPr wrap="square" rtlCol="0">
            <a:spAutoFit/>
          </a:bodyPr>
          <a:lstStyle/>
          <a:p>
            <a:r>
              <a:rPr lang="en-US" altLang="zh-CN" sz="1200" dirty="0"/>
              <a:t>Instruction issue timeline</a:t>
            </a:r>
          </a:p>
        </p:txBody>
      </p:sp>
      <p:sp>
        <p:nvSpPr>
          <p:cNvPr id="179" name="箭头: 下 178">
            <a:extLst>
              <a:ext uri="{FF2B5EF4-FFF2-40B4-BE49-F238E27FC236}">
                <a16:creationId xmlns:a16="http://schemas.microsoft.com/office/drawing/2014/main" id="{DDEDF339-220A-49F6-B445-22A19C6EEED6}"/>
              </a:ext>
            </a:extLst>
          </p:cNvPr>
          <p:cNvSpPr/>
          <p:nvPr/>
        </p:nvSpPr>
        <p:spPr>
          <a:xfrm rot="10800000">
            <a:off x="9136493"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0" name="箭头: 下 179">
            <a:extLst>
              <a:ext uri="{FF2B5EF4-FFF2-40B4-BE49-F238E27FC236}">
                <a16:creationId xmlns:a16="http://schemas.microsoft.com/office/drawing/2014/main" id="{D3861AF5-8C64-44D4-BB76-871090CD9AC9}"/>
              </a:ext>
            </a:extLst>
          </p:cNvPr>
          <p:cNvSpPr/>
          <p:nvPr/>
        </p:nvSpPr>
        <p:spPr>
          <a:xfrm rot="10800000">
            <a:off x="10093335"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1" name="箭头: 下 180">
            <a:extLst>
              <a:ext uri="{FF2B5EF4-FFF2-40B4-BE49-F238E27FC236}">
                <a16:creationId xmlns:a16="http://schemas.microsoft.com/office/drawing/2014/main" id="{47BF6FE2-EF68-4503-897F-2371F7779D02}"/>
              </a:ext>
            </a:extLst>
          </p:cNvPr>
          <p:cNvSpPr/>
          <p:nvPr/>
        </p:nvSpPr>
        <p:spPr>
          <a:xfrm rot="10800000">
            <a:off x="10305708"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2" name="箭头: 下 181">
            <a:extLst>
              <a:ext uri="{FF2B5EF4-FFF2-40B4-BE49-F238E27FC236}">
                <a16:creationId xmlns:a16="http://schemas.microsoft.com/office/drawing/2014/main" id="{4759B03E-8CD9-44AA-95F3-9AED7FAC5B49}"/>
              </a:ext>
            </a:extLst>
          </p:cNvPr>
          <p:cNvSpPr/>
          <p:nvPr/>
        </p:nvSpPr>
        <p:spPr>
          <a:xfrm rot="10800000">
            <a:off x="10513155"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3" name="箭头: 下 182">
            <a:extLst>
              <a:ext uri="{FF2B5EF4-FFF2-40B4-BE49-F238E27FC236}">
                <a16:creationId xmlns:a16="http://schemas.microsoft.com/office/drawing/2014/main" id="{DF5844FA-E0C3-4E60-B006-BD2B2DA5E055}"/>
              </a:ext>
            </a:extLst>
          </p:cNvPr>
          <p:cNvSpPr/>
          <p:nvPr/>
        </p:nvSpPr>
        <p:spPr>
          <a:xfrm rot="10800000">
            <a:off x="10711414"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4" name="箭头: 下 183">
            <a:extLst>
              <a:ext uri="{FF2B5EF4-FFF2-40B4-BE49-F238E27FC236}">
                <a16:creationId xmlns:a16="http://schemas.microsoft.com/office/drawing/2014/main" id="{E29EE334-7EE1-45C7-BE15-F130931C0C44}"/>
              </a:ext>
            </a:extLst>
          </p:cNvPr>
          <p:cNvSpPr/>
          <p:nvPr/>
        </p:nvSpPr>
        <p:spPr>
          <a:xfrm rot="10800000">
            <a:off x="8919353"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5" name="箭头: 下 184">
            <a:extLst>
              <a:ext uri="{FF2B5EF4-FFF2-40B4-BE49-F238E27FC236}">
                <a16:creationId xmlns:a16="http://schemas.microsoft.com/office/drawing/2014/main" id="{D1B22DEB-DC68-4562-B853-E32B41B79B5E}"/>
              </a:ext>
            </a:extLst>
          </p:cNvPr>
          <p:cNvSpPr/>
          <p:nvPr/>
        </p:nvSpPr>
        <p:spPr>
          <a:xfrm rot="10800000">
            <a:off x="8700729"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6" name="箭头: 下 185">
            <a:extLst>
              <a:ext uri="{FF2B5EF4-FFF2-40B4-BE49-F238E27FC236}">
                <a16:creationId xmlns:a16="http://schemas.microsoft.com/office/drawing/2014/main" id="{D7F2E6D0-4AEA-4A2D-A7A6-B1812B0219E5}"/>
              </a:ext>
            </a:extLst>
          </p:cNvPr>
          <p:cNvSpPr/>
          <p:nvPr/>
        </p:nvSpPr>
        <p:spPr>
          <a:xfrm rot="10800000">
            <a:off x="8470998"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7" name="箭头: 下 186">
            <a:extLst>
              <a:ext uri="{FF2B5EF4-FFF2-40B4-BE49-F238E27FC236}">
                <a16:creationId xmlns:a16="http://schemas.microsoft.com/office/drawing/2014/main" id="{94277DD6-0734-4DC0-9FF6-63CD78719235}"/>
              </a:ext>
            </a:extLst>
          </p:cNvPr>
          <p:cNvSpPr/>
          <p:nvPr/>
        </p:nvSpPr>
        <p:spPr>
          <a:xfrm rot="10800000">
            <a:off x="11092558" y="3935931"/>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97" name="文本框 196">
            <a:extLst>
              <a:ext uri="{FF2B5EF4-FFF2-40B4-BE49-F238E27FC236}">
                <a16:creationId xmlns:a16="http://schemas.microsoft.com/office/drawing/2014/main" id="{BBE245C6-1AB9-494D-866D-DA82C479349F}"/>
              </a:ext>
            </a:extLst>
          </p:cNvPr>
          <p:cNvSpPr txBox="1"/>
          <p:nvPr/>
        </p:nvSpPr>
        <p:spPr>
          <a:xfrm>
            <a:off x="9781954" y="5676146"/>
            <a:ext cx="2198973" cy="461665"/>
          </a:xfrm>
          <a:prstGeom prst="rect">
            <a:avLst/>
          </a:prstGeom>
          <a:noFill/>
        </p:spPr>
        <p:txBody>
          <a:bodyPr wrap="square" rtlCol="0">
            <a:spAutoFit/>
          </a:bodyPr>
          <a:lstStyle/>
          <a:p>
            <a:r>
              <a:rPr lang="en-US" altLang="zh-CN" sz="1200"/>
              <a:t>An instruction; different color means from different warp</a:t>
            </a:r>
            <a:endParaRPr lang="zh-CN" altLang="en-US" sz="1200"/>
          </a:p>
        </p:txBody>
      </p:sp>
      <p:sp>
        <p:nvSpPr>
          <p:cNvPr id="198" name="文本框 197">
            <a:extLst>
              <a:ext uri="{FF2B5EF4-FFF2-40B4-BE49-F238E27FC236}">
                <a16:creationId xmlns:a16="http://schemas.microsoft.com/office/drawing/2014/main" id="{04DAEB5E-DF5E-4434-BF8E-8EBAC66684C8}"/>
              </a:ext>
            </a:extLst>
          </p:cNvPr>
          <p:cNvSpPr txBox="1"/>
          <p:nvPr/>
        </p:nvSpPr>
        <p:spPr>
          <a:xfrm>
            <a:off x="9742468" y="6070580"/>
            <a:ext cx="2408531" cy="276999"/>
          </a:xfrm>
          <a:prstGeom prst="rect">
            <a:avLst/>
          </a:prstGeom>
          <a:noFill/>
        </p:spPr>
        <p:txBody>
          <a:bodyPr wrap="square" rtlCol="0">
            <a:spAutoFit/>
          </a:bodyPr>
          <a:lstStyle/>
          <a:p>
            <a:r>
              <a:rPr lang="en-US" altLang="zh-CN" sz="1200"/>
              <a:t>A cycle not issuing any instruction</a:t>
            </a:r>
            <a:endParaRPr lang="zh-CN" altLang="en-US" sz="1200"/>
          </a:p>
        </p:txBody>
      </p:sp>
      <p:sp>
        <p:nvSpPr>
          <p:cNvPr id="200" name="文本框 199">
            <a:extLst>
              <a:ext uri="{FF2B5EF4-FFF2-40B4-BE49-F238E27FC236}">
                <a16:creationId xmlns:a16="http://schemas.microsoft.com/office/drawing/2014/main" id="{784E34F9-9FB4-4396-9503-3D8BC534DC0A}"/>
              </a:ext>
            </a:extLst>
          </p:cNvPr>
          <p:cNvSpPr txBox="1"/>
          <p:nvPr/>
        </p:nvSpPr>
        <p:spPr>
          <a:xfrm>
            <a:off x="75240" y="1693493"/>
            <a:ext cx="7675818" cy="3539430"/>
          </a:xfrm>
          <a:prstGeom prst="rect">
            <a:avLst/>
          </a:prstGeom>
          <a:noFill/>
        </p:spPr>
        <p:txBody>
          <a:bodyPr wrap="square">
            <a:spAutoFit/>
          </a:bodyPr>
          <a:lstStyle/>
          <a:p>
            <a:r>
              <a:rPr lang="en-US" altLang="zh-CN" sz="2800" b="1" dirty="0"/>
              <a:t>Interval-based GPU Analytical Models</a:t>
            </a:r>
          </a:p>
          <a:p>
            <a:endParaRPr lang="en-US" altLang="zh-CN" sz="2800" b="1" dirty="0"/>
          </a:p>
          <a:p>
            <a:pPr>
              <a:buFont typeface="Arial" panose="020B0604020202020204" pitchFamily="34" charset="0"/>
              <a:buChar char="•"/>
            </a:pPr>
            <a:r>
              <a:rPr lang="en-US" altLang="zh-CN" sz="2800" dirty="0"/>
              <a:t> Use a </a:t>
            </a:r>
            <a:r>
              <a:rPr lang="en-US" altLang="zh-CN" sz="2800" b="1" dirty="0"/>
              <a:t>single representative warp </a:t>
            </a:r>
            <a:r>
              <a:rPr lang="en-US" altLang="zh-CN" sz="2800" dirty="0"/>
              <a:t>to estimate kernel behavior</a:t>
            </a:r>
          </a:p>
          <a:p>
            <a:pPr>
              <a:buFont typeface="Arial" panose="020B0604020202020204" pitchFamily="34" charset="0"/>
              <a:buChar char="•"/>
            </a:pPr>
            <a:endParaRPr lang="en-US" altLang="zh-CN" sz="2800" dirty="0"/>
          </a:p>
          <a:p>
            <a:pPr>
              <a:buFont typeface="Arial" panose="020B0604020202020204" pitchFamily="34" charset="0"/>
              <a:buChar char="•"/>
            </a:pPr>
            <a:r>
              <a:rPr lang="en-US" altLang="zh-CN" sz="2800" dirty="0"/>
              <a:t> Split execution into </a:t>
            </a:r>
            <a:r>
              <a:rPr lang="en-US" altLang="zh-CN" sz="2800" b="1" dirty="0"/>
              <a:t>intervals</a:t>
            </a:r>
            <a:r>
              <a:rPr lang="en-US" altLang="zh-CN" sz="2800" dirty="0"/>
              <a:t> with stall analysis</a:t>
            </a:r>
          </a:p>
          <a:p>
            <a:pPr lvl="1">
              <a:buFont typeface="Arial" panose="020B0604020202020204" pitchFamily="34" charset="0"/>
              <a:buChar char="•"/>
            </a:pPr>
            <a:r>
              <a:rPr lang="en-US" altLang="zh-CN" sz="2800" dirty="0"/>
              <a:t> Instruction latency from microbenchmark</a:t>
            </a:r>
          </a:p>
          <a:p>
            <a:pPr lvl="1">
              <a:buFont typeface="Arial" panose="020B0604020202020204" pitchFamily="34" charset="0"/>
              <a:buChar char="•"/>
            </a:pPr>
            <a:r>
              <a:rPr lang="en-US" altLang="zh-CN" sz="2800" dirty="0"/>
              <a:t> AMAT from cache simulation</a:t>
            </a:r>
          </a:p>
        </p:txBody>
      </p:sp>
      <p:sp>
        <p:nvSpPr>
          <p:cNvPr id="201" name="椭圆 200">
            <a:extLst>
              <a:ext uri="{FF2B5EF4-FFF2-40B4-BE49-F238E27FC236}">
                <a16:creationId xmlns:a16="http://schemas.microsoft.com/office/drawing/2014/main" id="{C3EE0F43-E825-42A1-A1D8-D0C0DBDFD799}"/>
              </a:ext>
            </a:extLst>
          </p:cNvPr>
          <p:cNvSpPr/>
          <p:nvPr/>
        </p:nvSpPr>
        <p:spPr>
          <a:xfrm>
            <a:off x="8009930" y="1328490"/>
            <a:ext cx="655635" cy="3154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a:t>Warp</a:t>
            </a:r>
          </a:p>
        </p:txBody>
      </p:sp>
      <p:sp>
        <p:nvSpPr>
          <p:cNvPr id="211" name="椭圆 210">
            <a:extLst>
              <a:ext uri="{FF2B5EF4-FFF2-40B4-BE49-F238E27FC236}">
                <a16:creationId xmlns:a16="http://schemas.microsoft.com/office/drawing/2014/main" id="{2E15AB43-FCE9-4CF4-96FA-53D58D463B1F}"/>
              </a:ext>
            </a:extLst>
          </p:cNvPr>
          <p:cNvSpPr/>
          <p:nvPr/>
        </p:nvSpPr>
        <p:spPr>
          <a:xfrm>
            <a:off x="8326935" y="1540621"/>
            <a:ext cx="655635" cy="3154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a:t>Warp</a:t>
            </a:r>
          </a:p>
        </p:txBody>
      </p:sp>
      <p:sp>
        <p:nvSpPr>
          <p:cNvPr id="212" name="椭圆 211">
            <a:extLst>
              <a:ext uri="{FF2B5EF4-FFF2-40B4-BE49-F238E27FC236}">
                <a16:creationId xmlns:a16="http://schemas.microsoft.com/office/drawing/2014/main" id="{A0B38196-D8CB-4B56-AFCB-A3A2C4B08EC6}"/>
              </a:ext>
            </a:extLst>
          </p:cNvPr>
          <p:cNvSpPr/>
          <p:nvPr/>
        </p:nvSpPr>
        <p:spPr>
          <a:xfrm>
            <a:off x="7802128" y="1772054"/>
            <a:ext cx="655635" cy="3154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a:t>Warp</a:t>
            </a:r>
          </a:p>
        </p:txBody>
      </p:sp>
      <p:sp>
        <p:nvSpPr>
          <p:cNvPr id="213" name="椭圆 212">
            <a:extLst>
              <a:ext uri="{FF2B5EF4-FFF2-40B4-BE49-F238E27FC236}">
                <a16:creationId xmlns:a16="http://schemas.microsoft.com/office/drawing/2014/main" id="{1F9A633C-28FA-4CC3-BF67-3F0BC47CA38E}"/>
              </a:ext>
            </a:extLst>
          </p:cNvPr>
          <p:cNvSpPr/>
          <p:nvPr/>
        </p:nvSpPr>
        <p:spPr>
          <a:xfrm>
            <a:off x="8905595" y="1472059"/>
            <a:ext cx="655635" cy="3154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a:t>Warp</a:t>
            </a:r>
          </a:p>
        </p:txBody>
      </p:sp>
      <p:sp>
        <p:nvSpPr>
          <p:cNvPr id="214" name="椭圆 213">
            <a:extLst>
              <a:ext uri="{FF2B5EF4-FFF2-40B4-BE49-F238E27FC236}">
                <a16:creationId xmlns:a16="http://schemas.microsoft.com/office/drawing/2014/main" id="{FDC940E2-579E-46C6-B945-54D7323FA5BA}"/>
              </a:ext>
            </a:extLst>
          </p:cNvPr>
          <p:cNvSpPr/>
          <p:nvPr/>
        </p:nvSpPr>
        <p:spPr>
          <a:xfrm>
            <a:off x="8710408" y="1181854"/>
            <a:ext cx="655635" cy="315497"/>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900"/>
              <a:t>Warp</a:t>
            </a:r>
          </a:p>
        </p:txBody>
      </p:sp>
      <p:sp>
        <p:nvSpPr>
          <p:cNvPr id="215" name="椭圆 214">
            <a:extLst>
              <a:ext uri="{FF2B5EF4-FFF2-40B4-BE49-F238E27FC236}">
                <a16:creationId xmlns:a16="http://schemas.microsoft.com/office/drawing/2014/main" id="{7DAB9DEA-6D39-45B3-8ADD-198DC6832907}"/>
              </a:ext>
            </a:extLst>
          </p:cNvPr>
          <p:cNvSpPr/>
          <p:nvPr/>
        </p:nvSpPr>
        <p:spPr>
          <a:xfrm>
            <a:off x="10299640" y="1587051"/>
            <a:ext cx="655635" cy="315497"/>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900"/>
              <a:t>Warp</a:t>
            </a:r>
          </a:p>
        </p:txBody>
      </p:sp>
      <p:sp>
        <p:nvSpPr>
          <p:cNvPr id="216" name="椭圆 215">
            <a:extLst>
              <a:ext uri="{FF2B5EF4-FFF2-40B4-BE49-F238E27FC236}">
                <a16:creationId xmlns:a16="http://schemas.microsoft.com/office/drawing/2014/main" id="{66A36986-7F48-4CB6-9483-42D03C32C595}"/>
              </a:ext>
            </a:extLst>
          </p:cNvPr>
          <p:cNvSpPr/>
          <p:nvPr/>
        </p:nvSpPr>
        <p:spPr>
          <a:xfrm>
            <a:off x="9877775" y="1442509"/>
            <a:ext cx="655635" cy="315497"/>
          </a:xfrm>
          <a:prstGeom prst="ellipse">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900"/>
              <a:t>Warp</a:t>
            </a:r>
          </a:p>
        </p:txBody>
      </p:sp>
      <p:sp>
        <p:nvSpPr>
          <p:cNvPr id="217" name="箭头: 右 216">
            <a:extLst>
              <a:ext uri="{FF2B5EF4-FFF2-40B4-BE49-F238E27FC236}">
                <a16:creationId xmlns:a16="http://schemas.microsoft.com/office/drawing/2014/main" id="{7DC8A7C4-4C87-4F97-930B-1E60EB30C6AC}"/>
              </a:ext>
            </a:extLst>
          </p:cNvPr>
          <p:cNvSpPr/>
          <p:nvPr/>
        </p:nvSpPr>
        <p:spPr>
          <a:xfrm rot="5400000">
            <a:off x="8079127" y="3122286"/>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218" name="文本框 217">
            <a:extLst>
              <a:ext uri="{FF2B5EF4-FFF2-40B4-BE49-F238E27FC236}">
                <a16:creationId xmlns:a16="http://schemas.microsoft.com/office/drawing/2014/main" id="{859C1C07-5272-4F46-A1C1-0CEB4DB6C688}"/>
              </a:ext>
            </a:extLst>
          </p:cNvPr>
          <p:cNvSpPr txBox="1"/>
          <p:nvPr/>
        </p:nvSpPr>
        <p:spPr>
          <a:xfrm>
            <a:off x="9151528" y="2039462"/>
            <a:ext cx="2540967" cy="369332"/>
          </a:xfrm>
          <a:prstGeom prst="rect">
            <a:avLst/>
          </a:prstGeom>
          <a:noFill/>
        </p:spPr>
        <p:txBody>
          <a:bodyPr wrap="square" rtlCol="0">
            <a:spAutoFit/>
          </a:bodyPr>
          <a:lstStyle/>
          <a:p>
            <a:r>
              <a:rPr lang="en-US" altLang="zh-CN"/>
              <a:t>Warp cluster and select</a:t>
            </a:r>
            <a:endParaRPr lang="zh-CN" altLang="en-US"/>
          </a:p>
        </p:txBody>
      </p:sp>
      <p:sp>
        <p:nvSpPr>
          <p:cNvPr id="220" name="文本框 219">
            <a:extLst>
              <a:ext uri="{FF2B5EF4-FFF2-40B4-BE49-F238E27FC236}">
                <a16:creationId xmlns:a16="http://schemas.microsoft.com/office/drawing/2014/main" id="{33C47B71-51D0-4937-9C6B-989E031000E3}"/>
              </a:ext>
            </a:extLst>
          </p:cNvPr>
          <p:cNvSpPr txBox="1"/>
          <p:nvPr/>
        </p:nvSpPr>
        <p:spPr>
          <a:xfrm>
            <a:off x="8437612" y="5262741"/>
            <a:ext cx="2244229" cy="369332"/>
          </a:xfrm>
          <a:prstGeom prst="rect">
            <a:avLst/>
          </a:prstGeom>
          <a:noFill/>
        </p:spPr>
        <p:txBody>
          <a:bodyPr wrap="square" rtlCol="0">
            <a:spAutoFit/>
          </a:bodyPr>
          <a:lstStyle/>
          <a:p>
            <a:r>
              <a:rPr lang="en-US" altLang="zh-CN"/>
              <a:t>Add extra contention</a:t>
            </a:r>
            <a:endParaRPr lang="zh-CN" altLang="en-US"/>
          </a:p>
        </p:txBody>
      </p:sp>
      <p:sp>
        <p:nvSpPr>
          <p:cNvPr id="230" name="箭头: 右 229">
            <a:extLst>
              <a:ext uri="{FF2B5EF4-FFF2-40B4-BE49-F238E27FC236}">
                <a16:creationId xmlns:a16="http://schemas.microsoft.com/office/drawing/2014/main" id="{C03597B4-1528-489B-AEC7-955CFFCE09D9}"/>
              </a:ext>
            </a:extLst>
          </p:cNvPr>
          <p:cNvSpPr/>
          <p:nvPr/>
        </p:nvSpPr>
        <p:spPr>
          <a:xfrm rot="5400000">
            <a:off x="8111887" y="4382741"/>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231" name="箭头: 右 230">
            <a:extLst>
              <a:ext uri="{FF2B5EF4-FFF2-40B4-BE49-F238E27FC236}">
                <a16:creationId xmlns:a16="http://schemas.microsoft.com/office/drawing/2014/main" id="{5AB89B6C-000E-402E-A0F0-FCA3DEF20CAA}"/>
              </a:ext>
            </a:extLst>
          </p:cNvPr>
          <p:cNvSpPr/>
          <p:nvPr/>
        </p:nvSpPr>
        <p:spPr>
          <a:xfrm rot="5400000">
            <a:off x="8855268" y="2143065"/>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232" name="箭头: 右 231">
            <a:extLst>
              <a:ext uri="{FF2B5EF4-FFF2-40B4-BE49-F238E27FC236}">
                <a16:creationId xmlns:a16="http://schemas.microsoft.com/office/drawing/2014/main" id="{C8976AFF-B145-4540-852E-BFB696943C9B}"/>
              </a:ext>
            </a:extLst>
          </p:cNvPr>
          <p:cNvSpPr/>
          <p:nvPr/>
        </p:nvSpPr>
        <p:spPr>
          <a:xfrm rot="5400000">
            <a:off x="8115806" y="5373037"/>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233" name="文本框 232">
            <a:extLst>
              <a:ext uri="{FF2B5EF4-FFF2-40B4-BE49-F238E27FC236}">
                <a16:creationId xmlns:a16="http://schemas.microsoft.com/office/drawing/2014/main" id="{42F87E73-F9DF-4A39-8B47-18F29DFBD646}"/>
              </a:ext>
            </a:extLst>
          </p:cNvPr>
          <p:cNvSpPr txBox="1"/>
          <p:nvPr/>
        </p:nvSpPr>
        <p:spPr>
          <a:xfrm>
            <a:off x="7764175" y="5796559"/>
            <a:ext cx="1346873" cy="369332"/>
          </a:xfrm>
          <a:prstGeom prst="rect">
            <a:avLst/>
          </a:prstGeom>
          <a:noFill/>
        </p:spPr>
        <p:txBody>
          <a:bodyPr wrap="square" rtlCol="0">
            <a:spAutoFit/>
          </a:bodyPr>
          <a:lstStyle/>
          <a:p>
            <a:r>
              <a:rPr lang="en-US" altLang="zh-CN"/>
              <a:t>Total cycles</a:t>
            </a:r>
            <a:endParaRPr lang="zh-CN" altLang="en-US"/>
          </a:p>
        </p:txBody>
      </p:sp>
      <p:sp>
        <p:nvSpPr>
          <p:cNvPr id="234" name="箭头: 下 233">
            <a:extLst>
              <a:ext uri="{FF2B5EF4-FFF2-40B4-BE49-F238E27FC236}">
                <a16:creationId xmlns:a16="http://schemas.microsoft.com/office/drawing/2014/main" id="{DB448187-6C8A-42F7-9218-BD31F2B92FCE}"/>
              </a:ext>
            </a:extLst>
          </p:cNvPr>
          <p:cNvSpPr/>
          <p:nvPr/>
        </p:nvSpPr>
        <p:spPr>
          <a:xfrm rot="10800000">
            <a:off x="9301781" y="5776685"/>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35" name="箭头: 下 234">
            <a:extLst>
              <a:ext uri="{FF2B5EF4-FFF2-40B4-BE49-F238E27FC236}">
                <a16:creationId xmlns:a16="http://schemas.microsoft.com/office/drawing/2014/main" id="{A9FDF9D4-87BF-484E-8D6B-4282A744E009}"/>
              </a:ext>
            </a:extLst>
          </p:cNvPr>
          <p:cNvSpPr/>
          <p:nvPr/>
        </p:nvSpPr>
        <p:spPr>
          <a:xfrm rot="10800000">
            <a:off x="9522143" y="5761349"/>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36" name="箭头: 下 235">
            <a:extLst>
              <a:ext uri="{FF2B5EF4-FFF2-40B4-BE49-F238E27FC236}">
                <a16:creationId xmlns:a16="http://schemas.microsoft.com/office/drawing/2014/main" id="{2D5658FA-5D1B-4052-B2A7-2F171B94EDF2}"/>
              </a:ext>
            </a:extLst>
          </p:cNvPr>
          <p:cNvSpPr/>
          <p:nvPr/>
        </p:nvSpPr>
        <p:spPr>
          <a:xfrm rot="10800000">
            <a:off x="9426358" y="6081861"/>
            <a:ext cx="156488" cy="260584"/>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37" name="矩形 236">
            <a:extLst>
              <a:ext uri="{FF2B5EF4-FFF2-40B4-BE49-F238E27FC236}">
                <a16:creationId xmlns:a16="http://schemas.microsoft.com/office/drawing/2014/main" id="{435699C7-A718-4A88-9A11-F77C528FC79B}"/>
              </a:ext>
            </a:extLst>
          </p:cNvPr>
          <p:cNvSpPr/>
          <p:nvPr/>
        </p:nvSpPr>
        <p:spPr>
          <a:xfrm>
            <a:off x="9233580" y="5658638"/>
            <a:ext cx="2917419" cy="738185"/>
          </a:xfrm>
          <a:prstGeom prst="rect">
            <a:avLst/>
          </a:prstGeom>
          <a:noFill/>
          <a:ln w="38100" cmpd="sng"/>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3" name="连接符: 曲线 2">
            <a:extLst>
              <a:ext uri="{FF2B5EF4-FFF2-40B4-BE49-F238E27FC236}">
                <a16:creationId xmlns:a16="http://schemas.microsoft.com/office/drawing/2014/main" id="{D8F38517-6C44-4C8C-8661-0297FA7D8474}"/>
              </a:ext>
            </a:extLst>
          </p:cNvPr>
          <p:cNvCxnSpPr>
            <a:stCxn id="173" idx="2"/>
            <a:endCxn id="174" idx="2"/>
          </p:cNvCxnSpPr>
          <p:nvPr/>
        </p:nvCxnSpPr>
        <p:spPr>
          <a:xfrm rot="5400000" flipH="1" flipV="1">
            <a:off x="8885718" y="3381419"/>
            <a:ext cx="12700" cy="1109025"/>
          </a:xfrm>
          <a:prstGeom prst="curved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cxnSp>
        <p:nvCxnSpPr>
          <p:cNvPr id="8" name="连接符: 曲线 7">
            <a:extLst>
              <a:ext uri="{FF2B5EF4-FFF2-40B4-BE49-F238E27FC236}">
                <a16:creationId xmlns:a16="http://schemas.microsoft.com/office/drawing/2014/main" id="{7DC7C9BF-A6A3-4CB9-B522-62562C3B3878}"/>
              </a:ext>
            </a:extLst>
          </p:cNvPr>
          <p:cNvCxnSpPr>
            <a:stCxn id="176" idx="2"/>
            <a:endCxn id="177" idx="2"/>
          </p:cNvCxnSpPr>
          <p:nvPr/>
        </p:nvCxnSpPr>
        <p:spPr>
          <a:xfrm rot="5400000" flipH="1" flipV="1">
            <a:off x="10443875" y="3412768"/>
            <a:ext cx="12700" cy="1046326"/>
          </a:xfrm>
          <a:prstGeom prst="curvedConnector3">
            <a:avLst>
              <a:gd name="adj1" fmla="val 1800000"/>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95383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35A5E2-DCF2-49DE-98A8-461349570A56}"/>
              </a:ext>
            </a:extLst>
          </p:cNvPr>
          <p:cNvSpPr>
            <a:spLocks noGrp="1"/>
          </p:cNvSpPr>
          <p:nvPr>
            <p:ph type="title"/>
          </p:nvPr>
        </p:nvSpPr>
        <p:spPr>
          <a:xfrm>
            <a:off x="3306019" y="191151"/>
            <a:ext cx="5182823" cy="670242"/>
          </a:xfrm>
        </p:spPr>
        <p:txBody>
          <a:bodyPr/>
          <a:lstStyle/>
          <a:p>
            <a:r>
              <a:rPr lang="en-US" altLang="zh-CN" sz="3200" b="1">
                <a:solidFill>
                  <a:schemeClr val="accent2">
                    <a:lumMod val="75000"/>
                  </a:schemeClr>
                </a:solidFill>
              </a:rPr>
              <a:t>Modeling Extra Stall Cycles</a:t>
            </a:r>
            <a:endParaRPr lang="zh-CN" altLang="en-US" sz="3200" b="1">
              <a:solidFill>
                <a:schemeClr val="accent2">
                  <a:lumMod val="75000"/>
                </a:schemeClr>
              </a:solidFill>
            </a:endParaRPr>
          </a:p>
        </p:txBody>
      </p:sp>
      <p:sp>
        <p:nvSpPr>
          <p:cNvPr id="4" name="日期占位符 3">
            <a:extLst>
              <a:ext uri="{FF2B5EF4-FFF2-40B4-BE49-F238E27FC236}">
                <a16:creationId xmlns:a16="http://schemas.microsoft.com/office/drawing/2014/main" id="{9667731A-5F9F-4623-B57E-840F503074B4}"/>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B5501BCE-4BC5-4A96-85C7-022156051DA7}"/>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6" name="Rectangle 1">
            <a:extLst>
              <a:ext uri="{FF2B5EF4-FFF2-40B4-BE49-F238E27FC236}">
                <a16:creationId xmlns:a16="http://schemas.microsoft.com/office/drawing/2014/main" id="{E73C8BA5-9B38-4A47-9808-200F21A6FE3F}"/>
              </a:ext>
            </a:extLst>
          </p:cNvPr>
          <p:cNvSpPr>
            <a:spLocks noChangeArrowheads="1"/>
          </p:cNvSpPr>
          <p:nvPr/>
        </p:nvSpPr>
        <p:spPr bwMode="auto">
          <a:xfrm>
            <a:off x="268636" y="1260984"/>
            <a:ext cx="5798807"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zh-CN" altLang="zh-CN" sz="2800" b="1" i="0" u="none" strike="noStrike" cap="none" normalizeH="0" baseline="0" dirty="0">
                <a:ln>
                  <a:noFill/>
                </a:ln>
                <a:solidFill>
                  <a:schemeClr val="tx1"/>
                </a:solidFill>
                <a:effectLst/>
                <a:latin typeface="Arial" panose="020B0604020202020204" pitchFamily="34" charset="0"/>
              </a:rPr>
              <a:t>Beyond </a:t>
            </a:r>
            <a:r>
              <a:rPr lang="en-US" altLang="zh-CN" sz="2800" b="1" dirty="0">
                <a:latin typeface="Arial" panose="020B0604020202020204" pitchFamily="34" charset="0"/>
              </a:rPr>
              <a:t>n</a:t>
            </a:r>
            <a:r>
              <a:rPr kumimoji="0" lang="en-US" altLang="zh-CN" sz="2800" b="1" i="0" u="none" strike="noStrike" cap="none" normalizeH="0" baseline="0" dirty="0">
                <a:ln>
                  <a:noFill/>
                </a:ln>
                <a:solidFill>
                  <a:schemeClr val="tx1"/>
                </a:solidFill>
                <a:effectLst/>
                <a:latin typeface="Arial" panose="020B0604020202020204" pitchFamily="34" charset="0"/>
              </a:rPr>
              <a:t>aive</a:t>
            </a:r>
            <a:r>
              <a:rPr kumimoji="0" lang="zh-CN" altLang="zh-CN" sz="2800" b="1" i="0" u="none" strike="noStrike" cap="none" normalizeH="0" baseline="0" dirty="0">
                <a:ln>
                  <a:noFill/>
                </a:ln>
                <a:solidFill>
                  <a:schemeClr val="tx1"/>
                </a:solidFill>
                <a:effectLst/>
                <a:latin typeface="Arial" panose="020B0604020202020204" pitchFamily="34" charset="0"/>
              </a:rPr>
              <a:t> interval model</a:t>
            </a:r>
            <a:endParaRPr kumimoji="0" lang="en-US" altLang="zh-CN"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zh-CN" sz="2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1" i="0" u="none" strike="noStrike" cap="none" normalizeH="0" baseline="0" dirty="0">
                <a:ln>
                  <a:noFill/>
                </a:ln>
                <a:solidFill>
                  <a:schemeClr val="tx1"/>
                </a:solidFill>
                <a:effectLst/>
                <a:latin typeface="Arial" panose="020B0604020202020204" pitchFamily="34" charset="0"/>
              </a:rPr>
              <a:t> </a:t>
            </a:r>
            <a:r>
              <a:rPr lang="en-US" altLang="zh-CN" sz="2000" b="1" dirty="0" err="1">
                <a:latin typeface="Arial" panose="020B0604020202020204" pitchFamily="34" charset="0"/>
              </a:rPr>
              <a:t>GPUMech</a:t>
            </a:r>
            <a:r>
              <a:rPr kumimoji="0" lang="zh-CN" altLang="zh-CN" sz="2000" b="0" i="0" u="none" strike="noStrike" cap="none" normalizeH="0" baseline="0" dirty="0">
                <a:ln>
                  <a:noFill/>
                </a:ln>
                <a:solidFill>
                  <a:schemeClr val="tx1"/>
                </a:solidFill>
                <a:effectLst/>
                <a:latin typeface="Arial" panose="020B0604020202020204" pitchFamily="34" charset="0"/>
              </a:rPr>
              <a:t>: </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lang="en-US" altLang="zh-CN" sz="2000" dirty="0">
                <a:latin typeface="Arial" panose="020B0604020202020204" pitchFamily="34" charset="0"/>
              </a:rPr>
              <a:t> M</a:t>
            </a:r>
            <a:r>
              <a:rPr kumimoji="0" lang="en-US" altLang="zh-CN" sz="2000" b="0" i="0" u="none" strike="noStrike" cap="none" normalizeH="0" baseline="0" dirty="0">
                <a:ln>
                  <a:noFill/>
                </a:ln>
                <a:solidFill>
                  <a:schemeClr val="tx1"/>
                </a:solidFill>
                <a:effectLst/>
                <a:latin typeface="Arial" panose="020B0604020202020204" pitchFamily="34" charset="0"/>
              </a:rPr>
              <a:t>ulti warp model</a:t>
            </a:r>
          </a:p>
          <a:p>
            <a:pPr lvl="1" defTabSz="914400" eaLnBrk="0" fontAlgn="base" hangingPunct="0">
              <a:spcBef>
                <a:spcPct val="0"/>
              </a:spcBef>
              <a:spcAft>
                <a:spcPct val="0"/>
              </a:spcAft>
            </a:pPr>
            <a:endParaRPr kumimoji="0" lang="zh-CN" altLang="zh-CN"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1" i="0" u="none" strike="noStrike" cap="none" normalizeH="0" baseline="0" dirty="0">
                <a:ln>
                  <a:noFill/>
                </a:ln>
                <a:solidFill>
                  <a:schemeClr val="tx1"/>
                </a:solidFill>
                <a:effectLst/>
                <a:latin typeface="Arial" panose="020B0604020202020204" pitchFamily="34" charset="0"/>
              </a:rPr>
              <a:t> </a:t>
            </a:r>
            <a:r>
              <a:rPr kumimoji="0" lang="zh-CN" altLang="zh-CN" sz="2000" b="1" i="0" u="none" strike="noStrike" cap="none" normalizeH="0" baseline="0" dirty="0">
                <a:ln>
                  <a:noFill/>
                </a:ln>
                <a:solidFill>
                  <a:schemeClr val="tx1"/>
                </a:solidFill>
                <a:effectLst/>
                <a:latin typeface="Arial" panose="020B0604020202020204" pitchFamily="34" charset="0"/>
              </a:rPr>
              <a:t>MDM</a:t>
            </a:r>
            <a:r>
              <a:rPr kumimoji="0" lang="zh-CN" altLang="zh-CN" sz="2000" b="0" i="0" u="none" strike="noStrike" cap="none" normalizeH="0" baseline="0" dirty="0">
                <a:ln>
                  <a:noFill/>
                </a:ln>
                <a:solidFill>
                  <a:schemeClr val="tx1"/>
                </a:solidFill>
                <a:effectLst/>
                <a:latin typeface="Arial" panose="020B0604020202020204" pitchFamily="34" charset="0"/>
              </a:rPr>
              <a:t>: </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zh-CN" altLang="zh-CN" sz="2000" b="0" i="0" u="none" strike="noStrike" cap="none" normalizeH="0" baseline="0" dirty="0">
                <a:ln>
                  <a:noFill/>
                </a:ln>
                <a:solidFill>
                  <a:schemeClr val="tx1"/>
                </a:solidFill>
                <a:effectLst/>
                <a:latin typeface="Arial" panose="020B0604020202020204" pitchFamily="34" charset="0"/>
              </a:rPr>
              <a:t>Memory-side contention </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zh-CN" altLang="zh-CN" sz="2000" b="0" i="0" u="none" strike="noStrike" cap="none" normalizeH="0" baseline="0" dirty="0">
                <a:ln>
                  <a:noFill/>
                </a:ln>
                <a:solidFill>
                  <a:schemeClr val="tx1"/>
                </a:solidFill>
                <a:effectLst/>
                <a:latin typeface="Arial" panose="020B0604020202020204" pitchFamily="34" charset="0"/>
              </a:rPr>
              <a:t>(MSHR, NoC, DRAM)</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zh-CN" altLang="zh-CN"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2000" b="1" i="0" u="none" strike="noStrike" cap="none" normalizeH="0" baseline="0" dirty="0">
                <a:ln>
                  <a:noFill/>
                </a:ln>
                <a:solidFill>
                  <a:schemeClr val="tx1"/>
                </a:solidFill>
                <a:effectLst/>
                <a:latin typeface="Arial" panose="020B0604020202020204" pitchFamily="34" charset="0"/>
              </a:rPr>
              <a:t> </a:t>
            </a:r>
            <a:r>
              <a:rPr kumimoji="0" lang="zh-CN" altLang="zh-CN" sz="2000" b="1" i="0" u="none" strike="noStrike" cap="none" normalizeH="0" baseline="0" dirty="0">
                <a:ln>
                  <a:noFill/>
                </a:ln>
                <a:solidFill>
                  <a:schemeClr val="tx1"/>
                </a:solidFill>
                <a:effectLst/>
                <a:latin typeface="Arial" panose="020B0604020202020204" pitchFamily="34" charset="0"/>
              </a:rPr>
              <a:t>GCoM</a:t>
            </a:r>
            <a:r>
              <a:rPr kumimoji="0" lang="zh-CN" altLang="zh-CN" sz="2000" b="0" i="0" u="none" strike="noStrike" cap="none" normalizeH="0" baseline="0" dirty="0">
                <a:ln>
                  <a:noFill/>
                </a:ln>
                <a:solidFill>
                  <a:schemeClr val="tx1"/>
                </a:solidFill>
                <a:effectLst/>
                <a:latin typeface="Arial" panose="020B0604020202020204" pitchFamily="34" charset="0"/>
              </a:rPr>
              <a:t>: </a:t>
            </a:r>
            <a:endParaRPr kumimoji="0" lang="en-US" altLang="zh-CN" sz="2000" b="0" i="0" u="none" strike="noStrike" cap="none" normalizeH="0" baseline="0" dirty="0">
              <a:ln>
                <a:noFill/>
              </a:ln>
              <a:solidFill>
                <a:schemeClr val="tx1"/>
              </a:solidFill>
              <a:effectLst/>
              <a:latin typeface="Arial" panose="020B0604020202020204" pitchFamily="34" charset="0"/>
            </a:endParaRPr>
          </a:p>
          <a:p>
            <a:pPr lvl="1" defTabSz="914400" eaLnBrk="0" fontAlgn="base" hangingPunct="0">
              <a:spcBef>
                <a:spcPct val="0"/>
              </a:spcBef>
              <a:spcAft>
                <a:spcPct val="0"/>
              </a:spcAft>
              <a:buFontTx/>
              <a:buChar char="•"/>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zh-CN" altLang="zh-CN" sz="2000" b="0" i="0" u="none" strike="noStrike" cap="none" normalizeH="0" baseline="0" dirty="0">
                <a:ln>
                  <a:noFill/>
                </a:ln>
                <a:solidFill>
                  <a:schemeClr val="tx1"/>
                </a:solidFill>
                <a:effectLst/>
                <a:latin typeface="Arial" panose="020B0604020202020204" pitchFamily="34" charset="0"/>
              </a:rPr>
              <a:t>Compute</a:t>
            </a:r>
            <a:r>
              <a:rPr kumimoji="0" lang="en-US" altLang="zh-CN" sz="2000" b="0" i="0" u="none" strike="noStrike" cap="none" normalizeH="0" baseline="0" dirty="0">
                <a:ln>
                  <a:noFill/>
                </a:ln>
                <a:solidFill>
                  <a:schemeClr val="tx1"/>
                </a:solidFill>
                <a:effectLst/>
                <a:latin typeface="Arial" panose="020B0604020202020204" pitchFamily="34" charset="0"/>
              </a:rPr>
              <a:t> and</a:t>
            </a:r>
            <a:r>
              <a:rPr kumimoji="0" lang="zh-CN" altLang="zh-CN" sz="2000" b="0" i="0" u="none" strike="noStrike" cap="none" normalizeH="0" baseline="0" dirty="0">
                <a:ln>
                  <a:noFill/>
                </a:ln>
                <a:solidFill>
                  <a:schemeClr val="tx1"/>
                </a:solidFill>
                <a:effectLst/>
                <a:latin typeface="Arial" panose="020B0604020202020204" pitchFamily="34" charset="0"/>
              </a:rPr>
              <a:t> </a:t>
            </a:r>
            <a:r>
              <a:rPr kumimoji="0" lang="en-US" altLang="zh-CN" sz="2000" b="0" i="0" u="none" strike="noStrike" cap="none" normalizeH="0" baseline="0" dirty="0">
                <a:ln>
                  <a:noFill/>
                </a:ln>
                <a:solidFill>
                  <a:schemeClr val="tx1"/>
                </a:solidFill>
                <a:effectLst/>
                <a:latin typeface="Arial" panose="020B0604020202020204" pitchFamily="34" charset="0"/>
              </a:rPr>
              <a:t>M</a:t>
            </a:r>
            <a:r>
              <a:rPr kumimoji="0" lang="zh-CN" altLang="zh-CN" sz="2000" b="0" i="0" u="none" strike="noStrike" cap="none" normalizeH="0" baseline="0" dirty="0">
                <a:ln>
                  <a:noFill/>
                </a:ln>
                <a:solidFill>
                  <a:schemeClr val="tx1"/>
                </a:solidFill>
                <a:effectLst/>
                <a:latin typeface="Arial" panose="020B0604020202020204" pitchFamily="34" charset="0"/>
              </a:rPr>
              <a:t>emory</a:t>
            </a:r>
            <a:r>
              <a:rPr kumimoji="0" lang="en-US" altLang="zh-CN" sz="2000" b="0" i="0" u="none" strike="noStrike" cap="none" normalizeH="0" baseline="0" dirty="0">
                <a:ln>
                  <a:noFill/>
                </a:ln>
                <a:solidFill>
                  <a:schemeClr val="tx1"/>
                </a:solidFill>
                <a:effectLst/>
                <a:latin typeface="Arial" panose="020B0604020202020204" pitchFamily="34" charset="0"/>
              </a:rPr>
              <a:t> stalls</a:t>
            </a:r>
          </a:p>
          <a:p>
            <a:pPr marL="0" marR="0" lvl="0" indent="0" algn="l" defTabSz="914400" rtl="0" eaLnBrk="0" fontAlgn="base" latinLnBrk="0" hangingPunct="0">
              <a:lnSpc>
                <a:spcPct val="100000"/>
              </a:lnSpc>
              <a:spcBef>
                <a:spcPct val="0"/>
              </a:spcBef>
              <a:spcAft>
                <a:spcPct val="0"/>
              </a:spcAft>
              <a:buClrTx/>
              <a:buSzTx/>
              <a:tabLst/>
            </a:pPr>
            <a:r>
              <a:rPr lang="en-US" altLang="zh-CN" sz="2000" dirty="0">
                <a:latin typeface="Arial" panose="020B0604020202020204" pitchFamily="34" charset="0"/>
              </a:rPr>
              <a:t>          L</a:t>
            </a:r>
            <a:r>
              <a:rPr kumimoji="0" lang="zh-CN" altLang="zh-CN" sz="2000" b="0" i="0" u="none" strike="noStrike" cap="none" normalizeH="0" baseline="0" dirty="0">
                <a:ln>
                  <a:noFill/>
                </a:ln>
                <a:solidFill>
                  <a:schemeClr val="tx1"/>
                </a:solidFill>
                <a:effectLst/>
                <a:latin typeface="Arial" panose="020B0604020202020204" pitchFamily="34" charset="0"/>
              </a:rPr>
              <a:t>oad imbalance stalls</a:t>
            </a:r>
          </a:p>
          <a:p>
            <a:pPr marL="0" marR="0" lvl="0" indent="0" algn="l" defTabSz="914400" rtl="0" eaLnBrk="0" fontAlgn="base" latinLnBrk="0" hangingPunct="0">
              <a:lnSpc>
                <a:spcPct val="100000"/>
              </a:lnSpc>
              <a:spcBef>
                <a:spcPct val="0"/>
              </a:spcBef>
              <a:spcAft>
                <a:spcPct val="0"/>
              </a:spcAft>
              <a:buClrTx/>
              <a:buSzTx/>
              <a:tabLst/>
            </a:pPr>
            <a:r>
              <a:rPr lang="en-US" altLang="zh-CN" sz="2000" dirty="0">
                <a:latin typeface="Arial" panose="020B0604020202020204" pitchFamily="34" charset="0"/>
              </a:rPr>
              <a:t>          </a:t>
            </a:r>
            <a:r>
              <a:rPr kumimoji="0" lang="zh-CN" altLang="zh-CN" sz="2000" b="0" i="0" u="none" strike="noStrike" cap="none" normalizeH="0" baseline="0" dirty="0">
                <a:ln>
                  <a:noFill/>
                </a:ln>
                <a:solidFill>
                  <a:schemeClr val="tx1"/>
                </a:solidFill>
                <a:effectLst/>
                <a:latin typeface="Arial" panose="020B0604020202020204" pitchFamily="34" charset="0"/>
              </a:rPr>
              <a:t>Models per-core/sub-core</a:t>
            </a:r>
            <a:r>
              <a:rPr kumimoji="0" lang="en-US" altLang="zh-CN"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zh-CN" sz="2000" b="0" i="0" u="none" strike="noStrike" cap="none" normalizeH="0" baseline="0" dirty="0">
                <a:ln>
                  <a:noFill/>
                </a:ln>
                <a:solidFill>
                  <a:schemeClr val="tx1"/>
                </a:solidFill>
                <a:effectLst/>
                <a:latin typeface="Arial" panose="020B0604020202020204" pitchFamily="34" charset="0"/>
              </a:rPr>
              <a:t>            </a:t>
            </a:r>
            <a:r>
              <a:rPr kumimoji="0" lang="zh-CN" altLang="zh-CN" sz="2000" b="0" i="0" u="none" strike="noStrike" cap="none" normalizeH="0" baseline="0" dirty="0">
                <a:ln>
                  <a:noFill/>
                </a:ln>
                <a:solidFill>
                  <a:schemeClr val="tx1"/>
                </a:solidFill>
                <a:effectLst/>
                <a:latin typeface="Arial" panose="020B0604020202020204" pitchFamily="34" charset="0"/>
              </a:rPr>
              <a:t>microarchitecture in modern GPUs</a:t>
            </a:r>
          </a:p>
        </p:txBody>
      </p:sp>
      <p:cxnSp>
        <p:nvCxnSpPr>
          <p:cNvPr id="14" name="直接箭头连接符 13">
            <a:extLst>
              <a:ext uri="{FF2B5EF4-FFF2-40B4-BE49-F238E27FC236}">
                <a16:creationId xmlns:a16="http://schemas.microsoft.com/office/drawing/2014/main" id="{A038F1D7-7100-4CDB-9CA7-C9E72503A80C}"/>
              </a:ext>
            </a:extLst>
          </p:cNvPr>
          <p:cNvCxnSpPr>
            <a:cxnSpLocks/>
          </p:cNvCxnSpPr>
          <p:nvPr/>
        </p:nvCxnSpPr>
        <p:spPr>
          <a:xfrm>
            <a:off x="6003624" y="2785759"/>
            <a:ext cx="369948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15" name="箭头: 下 14">
            <a:extLst>
              <a:ext uri="{FF2B5EF4-FFF2-40B4-BE49-F238E27FC236}">
                <a16:creationId xmlns:a16="http://schemas.microsoft.com/office/drawing/2014/main" id="{278FDBFB-7181-4CCE-8531-B2D66EB50C95}"/>
              </a:ext>
            </a:extLst>
          </p:cNvPr>
          <p:cNvSpPr/>
          <p:nvPr/>
        </p:nvSpPr>
        <p:spPr>
          <a:xfrm rot="10800000">
            <a:off x="6012830"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6" name="箭头: 下 15">
            <a:extLst>
              <a:ext uri="{FF2B5EF4-FFF2-40B4-BE49-F238E27FC236}">
                <a16:creationId xmlns:a16="http://schemas.microsoft.com/office/drawing/2014/main" id="{D86CB2A6-D95A-48BE-91C1-D7DBAAD97463}"/>
              </a:ext>
            </a:extLst>
          </p:cNvPr>
          <p:cNvSpPr/>
          <p:nvPr/>
        </p:nvSpPr>
        <p:spPr>
          <a:xfrm rot="10800000">
            <a:off x="6226486"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7" name="箭头: 下 16">
            <a:extLst>
              <a:ext uri="{FF2B5EF4-FFF2-40B4-BE49-F238E27FC236}">
                <a16:creationId xmlns:a16="http://schemas.microsoft.com/office/drawing/2014/main" id="{1F34DE25-A6E9-4AA2-AF2B-7F7717914BCF}"/>
              </a:ext>
            </a:extLst>
          </p:cNvPr>
          <p:cNvSpPr/>
          <p:nvPr/>
        </p:nvSpPr>
        <p:spPr>
          <a:xfrm rot="10800000">
            <a:off x="6447010"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8" name="箭头: 下 17">
            <a:extLst>
              <a:ext uri="{FF2B5EF4-FFF2-40B4-BE49-F238E27FC236}">
                <a16:creationId xmlns:a16="http://schemas.microsoft.com/office/drawing/2014/main" id="{771522A8-C09C-43E3-ACB3-F5A431D5D18C}"/>
              </a:ext>
            </a:extLst>
          </p:cNvPr>
          <p:cNvSpPr/>
          <p:nvPr/>
        </p:nvSpPr>
        <p:spPr>
          <a:xfrm rot="10800000">
            <a:off x="7556035"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19" name="箭头: 下 18">
            <a:extLst>
              <a:ext uri="{FF2B5EF4-FFF2-40B4-BE49-F238E27FC236}">
                <a16:creationId xmlns:a16="http://schemas.microsoft.com/office/drawing/2014/main" id="{3E866DBA-9968-4203-9EE1-3B433AFB6E21}"/>
              </a:ext>
            </a:extLst>
          </p:cNvPr>
          <p:cNvSpPr/>
          <p:nvPr/>
        </p:nvSpPr>
        <p:spPr>
          <a:xfrm rot="10800000">
            <a:off x="7792710"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0" name="箭头: 下 19">
            <a:extLst>
              <a:ext uri="{FF2B5EF4-FFF2-40B4-BE49-F238E27FC236}">
                <a16:creationId xmlns:a16="http://schemas.microsoft.com/office/drawing/2014/main" id="{7A55FCE6-C0D9-43BD-A706-7078624E8BBE}"/>
              </a:ext>
            </a:extLst>
          </p:cNvPr>
          <p:cNvSpPr/>
          <p:nvPr/>
        </p:nvSpPr>
        <p:spPr>
          <a:xfrm rot="10800000">
            <a:off x="8036516"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1" name="箭头: 下 20">
            <a:extLst>
              <a:ext uri="{FF2B5EF4-FFF2-40B4-BE49-F238E27FC236}">
                <a16:creationId xmlns:a16="http://schemas.microsoft.com/office/drawing/2014/main" id="{C7C7096B-AC76-4748-9E2A-AF5E18B40256}"/>
              </a:ext>
            </a:extLst>
          </p:cNvPr>
          <p:cNvSpPr/>
          <p:nvPr/>
        </p:nvSpPr>
        <p:spPr>
          <a:xfrm rot="10800000">
            <a:off x="9082842" y="2525174"/>
            <a:ext cx="156488" cy="260584"/>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EA623B23-8085-4B32-8A2B-86C15E390280}"/>
              </a:ext>
            </a:extLst>
          </p:cNvPr>
          <p:cNvSpPr txBox="1"/>
          <p:nvPr/>
        </p:nvSpPr>
        <p:spPr>
          <a:xfrm>
            <a:off x="8091269" y="2739771"/>
            <a:ext cx="1846901" cy="276999"/>
          </a:xfrm>
          <a:prstGeom prst="rect">
            <a:avLst/>
          </a:prstGeom>
          <a:noFill/>
        </p:spPr>
        <p:txBody>
          <a:bodyPr wrap="square" rtlCol="0">
            <a:spAutoFit/>
          </a:bodyPr>
          <a:lstStyle/>
          <a:p>
            <a:r>
              <a:rPr lang="en-US" altLang="zh-CN" sz="1200"/>
              <a:t>Instruction issue timeline</a:t>
            </a:r>
          </a:p>
        </p:txBody>
      </p:sp>
      <p:cxnSp>
        <p:nvCxnSpPr>
          <p:cNvPr id="25" name="直接箭头连接符 24">
            <a:extLst>
              <a:ext uri="{FF2B5EF4-FFF2-40B4-BE49-F238E27FC236}">
                <a16:creationId xmlns:a16="http://schemas.microsoft.com/office/drawing/2014/main" id="{5E2216E2-556D-462D-AEEF-5419DBB5EF42}"/>
              </a:ext>
            </a:extLst>
          </p:cNvPr>
          <p:cNvCxnSpPr>
            <a:cxnSpLocks/>
          </p:cNvCxnSpPr>
          <p:nvPr/>
        </p:nvCxnSpPr>
        <p:spPr>
          <a:xfrm>
            <a:off x="5962849" y="1901339"/>
            <a:ext cx="3740257"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26" name="箭头: 下 25">
            <a:extLst>
              <a:ext uri="{FF2B5EF4-FFF2-40B4-BE49-F238E27FC236}">
                <a16:creationId xmlns:a16="http://schemas.microsoft.com/office/drawing/2014/main" id="{596C2AC5-835E-41F0-A684-8FC236FDE778}"/>
              </a:ext>
            </a:extLst>
          </p:cNvPr>
          <p:cNvSpPr/>
          <p:nvPr/>
        </p:nvSpPr>
        <p:spPr>
          <a:xfrm rot="10800000">
            <a:off x="6043842"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7" name="箭头: 下 26">
            <a:extLst>
              <a:ext uri="{FF2B5EF4-FFF2-40B4-BE49-F238E27FC236}">
                <a16:creationId xmlns:a16="http://schemas.microsoft.com/office/drawing/2014/main" id="{7FB22BEB-479E-4D70-BA30-D3509084505E}"/>
              </a:ext>
            </a:extLst>
          </p:cNvPr>
          <p:cNvSpPr/>
          <p:nvPr/>
        </p:nvSpPr>
        <p:spPr>
          <a:xfrm rot="10800000">
            <a:off x="6257498"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8" name="箭头: 下 27">
            <a:extLst>
              <a:ext uri="{FF2B5EF4-FFF2-40B4-BE49-F238E27FC236}">
                <a16:creationId xmlns:a16="http://schemas.microsoft.com/office/drawing/2014/main" id="{9B63FF30-0130-4ADB-B8E4-631DE3A559F7}"/>
              </a:ext>
            </a:extLst>
          </p:cNvPr>
          <p:cNvSpPr/>
          <p:nvPr/>
        </p:nvSpPr>
        <p:spPr>
          <a:xfrm rot="10800000">
            <a:off x="6478022"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78F17177-82FA-47EF-9B74-F7E2C5C17B75}"/>
              </a:ext>
            </a:extLst>
          </p:cNvPr>
          <p:cNvSpPr/>
          <p:nvPr/>
        </p:nvSpPr>
        <p:spPr>
          <a:xfrm rot="10800000">
            <a:off x="7587047"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AF671477-832F-4FA6-816B-9A45EC5F9ECF}"/>
              </a:ext>
            </a:extLst>
          </p:cNvPr>
          <p:cNvSpPr/>
          <p:nvPr/>
        </p:nvSpPr>
        <p:spPr>
          <a:xfrm rot="10800000">
            <a:off x="7823722"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1" name="箭头: 下 30">
            <a:extLst>
              <a:ext uri="{FF2B5EF4-FFF2-40B4-BE49-F238E27FC236}">
                <a16:creationId xmlns:a16="http://schemas.microsoft.com/office/drawing/2014/main" id="{C42E4775-9287-4D56-B9AE-5FA3058A573D}"/>
              </a:ext>
            </a:extLst>
          </p:cNvPr>
          <p:cNvSpPr/>
          <p:nvPr/>
        </p:nvSpPr>
        <p:spPr>
          <a:xfrm rot="10800000">
            <a:off x="8067528"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2" name="箭头: 下 31">
            <a:extLst>
              <a:ext uri="{FF2B5EF4-FFF2-40B4-BE49-F238E27FC236}">
                <a16:creationId xmlns:a16="http://schemas.microsoft.com/office/drawing/2014/main" id="{BACB0B3F-A521-416F-B7D2-1C056EBB19BC}"/>
              </a:ext>
            </a:extLst>
          </p:cNvPr>
          <p:cNvSpPr/>
          <p:nvPr/>
        </p:nvSpPr>
        <p:spPr>
          <a:xfrm rot="10800000">
            <a:off x="9113854" y="1623436"/>
            <a:ext cx="156490" cy="260585"/>
          </a:xfrm>
          <a:prstGeom prst="down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EBD5F220-4F5F-4675-BE60-F08DCD19C856}"/>
              </a:ext>
            </a:extLst>
          </p:cNvPr>
          <p:cNvSpPr txBox="1"/>
          <p:nvPr/>
        </p:nvSpPr>
        <p:spPr>
          <a:xfrm>
            <a:off x="8013024" y="1871550"/>
            <a:ext cx="1846902" cy="276999"/>
          </a:xfrm>
          <a:prstGeom prst="rect">
            <a:avLst/>
          </a:prstGeom>
          <a:noFill/>
        </p:spPr>
        <p:txBody>
          <a:bodyPr wrap="square" rtlCol="0">
            <a:spAutoFit/>
          </a:bodyPr>
          <a:lstStyle/>
          <a:p>
            <a:r>
              <a:rPr lang="en-US" altLang="zh-CN" sz="1200"/>
              <a:t>Instruction issue timeline</a:t>
            </a:r>
          </a:p>
        </p:txBody>
      </p:sp>
      <p:sp>
        <p:nvSpPr>
          <p:cNvPr id="34" name="箭头: 下 33">
            <a:extLst>
              <a:ext uri="{FF2B5EF4-FFF2-40B4-BE49-F238E27FC236}">
                <a16:creationId xmlns:a16="http://schemas.microsoft.com/office/drawing/2014/main" id="{9686544D-11C4-49E3-973C-D1D0CCAA2366}"/>
              </a:ext>
            </a:extLst>
          </p:cNvPr>
          <p:cNvSpPr/>
          <p:nvPr/>
        </p:nvSpPr>
        <p:spPr>
          <a:xfrm rot="10800000">
            <a:off x="7361554"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5" name="箭头: 下 34">
            <a:extLst>
              <a:ext uri="{FF2B5EF4-FFF2-40B4-BE49-F238E27FC236}">
                <a16:creationId xmlns:a16="http://schemas.microsoft.com/office/drawing/2014/main" id="{FE6F02D9-1158-403A-8657-CC34B4F7E772}"/>
              </a:ext>
            </a:extLst>
          </p:cNvPr>
          <p:cNvSpPr/>
          <p:nvPr/>
        </p:nvSpPr>
        <p:spPr>
          <a:xfrm rot="10800000">
            <a:off x="8318396"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6" name="箭头: 下 35">
            <a:extLst>
              <a:ext uri="{FF2B5EF4-FFF2-40B4-BE49-F238E27FC236}">
                <a16:creationId xmlns:a16="http://schemas.microsoft.com/office/drawing/2014/main" id="{F7CEF86F-3C4D-49D1-8842-26A3B18F6FDC}"/>
              </a:ext>
            </a:extLst>
          </p:cNvPr>
          <p:cNvSpPr/>
          <p:nvPr/>
        </p:nvSpPr>
        <p:spPr>
          <a:xfrm rot="10800000">
            <a:off x="8530769"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7" name="箭头: 下 36">
            <a:extLst>
              <a:ext uri="{FF2B5EF4-FFF2-40B4-BE49-F238E27FC236}">
                <a16:creationId xmlns:a16="http://schemas.microsoft.com/office/drawing/2014/main" id="{3C31950E-11CF-4867-8A18-70A3C9542E61}"/>
              </a:ext>
            </a:extLst>
          </p:cNvPr>
          <p:cNvSpPr/>
          <p:nvPr/>
        </p:nvSpPr>
        <p:spPr>
          <a:xfrm rot="10800000">
            <a:off x="8738216"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8" name="箭头: 下 37">
            <a:extLst>
              <a:ext uri="{FF2B5EF4-FFF2-40B4-BE49-F238E27FC236}">
                <a16:creationId xmlns:a16="http://schemas.microsoft.com/office/drawing/2014/main" id="{B4ED5868-673E-4263-A765-CB604978F6FF}"/>
              </a:ext>
            </a:extLst>
          </p:cNvPr>
          <p:cNvSpPr/>
          <p:nvPr/>
        </p:nvSpPr>
        <p:spPr>
          <a:xfrm rot="10800000">
            <a:off x="8936475"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39" name="箭头: 下 38">
            <a:extLst>
              <a:ext uri="{FF2B5EF4-FFF2-40B4-BE49-F238E27FC236}">
                <a16:creationId xmlns:a16="http://schemas.microsoft.com/office/drawing/2014/main" id="{04D50D27-CC1B-4096-817E-AFCC62218F9A}"/>
              </a:ext>
            </a:extLst>
          </p:cNvPr>
          <p:cNvSpPr/>
          <p:nvPr/>
        </p:nvSpPr>
        <p:spPr>
          <a:xfrm rot="10800000">
            <a:off x="7144414"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0" name="箭头: 下 39">
            <a:extLst>
              <a:ext uri="{FF2B5EF4-FFF2-40B4-BE49-F238E27FC236}">
                <a16:creationId xmlns:a16="http://schemas.microsoft.com/office/drawing/2014/main" id="{CD0DC5E9-70D2-42E1-9AD1-CE119F0F3F33}"/>
              </a:ext>
            </a:extLst>
          </p:cNvPr>
          <p:cNvSpPr/>
          <p:nvPr/>
        </p:nvSpPr>
        <p:spPr>
          <a:xfrm rot="10800000">
            <a:off x="6925790"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1" name="箭头: 下 40">
            <a:extLst>
              <a:ext uri="{FF2B5EF4-FFF2-40B4-BE49-F238E27FC236}">
                <a16:creationId xmlns:a16="http://schemas.microsoft.com/office/drawing/2014/main" id="{1170D531-C527-4D7A-8751-E870A3B34F08}"/>
              </a:ext>
            </a:extLst>
          </p:cNvPr>
          <p:cNvSpPr/>
          <p:nvPr/>
        </p:nvSpPr>
        <p:spPr>
          <a:xfrm rot="10800000">
            <a:off x="6696059"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2" name="箭头: 下 41">
            <a:extLst>
              <a:ext uri="{FF2B5EF4-FFF2-40B4-BE49-F238E27FC236}">
                <a16:creationId xmlns:a16="http://schemas.microsoft.com/office/drawing/2014/main" id="{21AEFCD6-A1CF-4DC6-B41A-E1EE0BE79AFB}"/>
              </a:ext>
            </a:extLst>
          </p:cNvPr>
          <p:cNvSpPr/>
          <p:nvPr/>
        </p:nvSpPr>
        <p:spPr>
          <a:xfrm rot="10800000">
            <a:off x="9317619" y="1623436"/>
            <a:ext cx="156490" cy="260585"/>
          </a:xfrm>
          <a:prstGeom prst="downArrow">
            <a:avLst/>
          </a:prstGeom>
          <a:solidFill>
            <a:schemeClr val="bg1"/>
          </a:solidFill>
          <a:ln>
            <a:solidFill>
              <a:schemeClr val="accent5"/>
            </a:solidFill>
            <a:prstDash val="sysDot"/>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707D1AA2-5FED-45F6-9874-DC34DD59958A}"/>
              </a:ext>
            </a:extLst>
          </p:cNvPr>
          <p:cNvSpPr/>
          <p:nvPr/>
        </p:nvSpPr>
        <p:spPr>
          <a:xfrm rot="5400000">
            <a:off x="6336948" y="2070246"/>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4" name="矩形: 圆角 43">
            <a:extLst>
              <a:ext uri="{FF2B5EF4-FFF2-40B4-BE49-F238E27FC236}">
                <a16:creationId xmlns:a16="http://schemas.microsoft.com/office/drawing/2014/main" id="{9710963E-712A-47B6-8603-6CDC141FBB7C}"/>
              </a:ext>
            </a:extLst>
          </p:cNvPr>
          <p:cNvSpPr/>
          <p:nvPr/>
        </p:nvSpPr>
        <p:spPr>
          <a:xfrm>
            <a:off x="10110055" y="1784120"/>
            <a:ext cx="1761404" cy="3061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a:solidFill>
                  <a:schemeClr val="tx1"/>
                </a:solidFill>
              </a:rPr>
              <a:t>Single warp model</a:t>
            </a:r>
            <a:endParaRPr lang="zh-CN" altLang="en-US" sz="1400" b="1">
              <a:solidFill>
                <a:schemeClr val="tx1"/>
              </a:solidFill>
            </a:endParaRPr>
          </a:p>
        </p:txBody>
      </p:sp>
      <p:sp>
        <p:nvSpPr>
          <p:cNvPr id="45" name="矩形: 圆角 44">
            <a:extLst>
              <a:ext uri="{FF2B5EF4-FFF2-40B4-BE49-F238E27FC236}">
                <a16:creationId xmlns:a16="http://schemas.microsoft.com/office/drawing/2014/main" id="{CACE578F-9C08-4EC3-A6EE-D2631B01A795}"/>
              </a:ext>
            </a:extLst>
          </p:cNvPr>
          <p:cNvSpPr/>
          <p:nvPr/>
        </p:nvSpPr>
        <p:spPr>
          <a:xfrm>
            <a:off x="10814604" y="2838356"/>
            <a:ext cx="1056855" cy="30612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a:solidFill>
                  <a:schemeClr val="tx1"/>
                </a:solidFill>
              </a:rPr>
              <a:t>GPUMech</a:t>
            </a:r>
            <a:endParaRPr lang="zh-CN" altLang="en-US" sz="1400" b="1">
              <a:solidFill>
                <a:schemeClr val="tx1"/>
              </a:solidFill>
            </a:endParaRPr>
          </a:p>
        </p:txBody>
      </p:sp>
      <p:sp>
        <p:nvSpPr>
          <p:cNvPr id="46" name="箭头: 右 45">
            <a:extLst>
              <a:ext uri="{FF2B5EF4-FFF2-40B4-BE49-F238E27FC236}">
                <a16:creationId xmlns:a16="http://schemas.microsoft.com/office/drawing/2014/main" id="{1E79C5AA-D8B5-4122-BFA6-C9701A46CFB9}"/>
              </a:ext>
            </a:extLst>
          </p:cNvPr>
          <p:cNvSpPr/>
          <p:nvPr/>
        </p:nvSpPr>
        <p:spPr>
          <a:xfrm rot="5400000">
            <a:off x="6326683" y="3454394"/>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
        <p:nvSpPr>
          <p:cNvPr id="47" name="矩形: 圆角 46">
            <a:extLst>
              <a:ext uri="{FF2B5EF4-FFF2-40B4-BE49-F238E27FC236}">
                <a16:creationId xmlns:a16="http://schemas.microsoft.com/office/drawing/2014/main" id="{25252B15-4634-4F09-A90C-AAEEC14BBE9F}"/>
              </a:ext>
            </a:extLst>
          </p:cNvPr>
          <p:cNvSpPr/>
          <p:nvPr/>
        </p:nvSpPr>
        <p:spPr>
          <a:xfrm>
            <a:off x="5860224" y="3832822"/>
            <a:ext cx="2038964" cy="425486"/>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a:solidFill>
                  <a:schemeClr val="tx1"/>
                </a:solidFill>
              </a:rPr>
              <a:t>Interval Analysis</a:t>
            </a:r>
            <a:endParaRPr lang="zh-CN" altLang="en-US">
              <a:solidFill>
                <a:schemeClr val="tx1"/>
              </a:solidFill>
            </a:endParaRPr>
          </a:p>
        </p:txBody>
      </p:sp>
      <p:sp>
        <p:nvSpPr>
          <p:cNvPr id="48" name="矩形: 圆角 47">
            <a:extLst>
              <a:ext uri="{FF2B5EF4-FFF2-40B4-BE49-F238E27FC236}">
                <a16:creationId xmlns:a16="http://schemas.microsoft.com/office/drawing/2014/main" id="{E074F88E-FE08-4AB3-90D3-2ADF4370BA01}"/>
              </a:ext>
            </a:extLst>
          </p:cNvPr>
          <p:cNvSpPr/>
          <p:nvPr/>
        </p:nvSpPr>
        <p:spPr>
          <a:xfrm>
            <a:off x="8279298" y="3814817"/>
            <a:ext cx="2157040" cy="503813"/>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200" b="1" dirty="0">
                <a:solidFill>
                  <a:schemeClr val="tx1"/>
                </a:solidFill>
              </a:rPr>
              <a:t>Memory-Side Contention</a:t>
            </a:r>
            <a:br>
              <a:rPr lang="en-US" altLang="zh-CN" sz="1200" b="1" dirty="0">
                <a:solidFill>
                  <a:schemeClr val="tx1"/>
                </a:solidFill>
              </a:rPr>
            </a:br>
            <a:r>
              <a:rPr lang="en-US" altLang="zh-CN" sz="1200" b="1" dirty="0">
                <a:solidFill>
                  <a:schemeClr val="tx1"/>
                </a:solidFill>
              </a:rPr>
              <a:t>(MSHR / </a:t>
            </a:r>
            <a:r>
              <a:rPr lang="en-US" altLang="zh-CN" sz="1200" b="1" dirty="0" err="1">
                <a:solidFill>
                  <a:schemeClr val="tx1"/>
                </a:solidFill>
              </a:rPr>
              <a:t>NoC</a:t>
            </a:r>
            <a:r>
              <a:rPr lang="en-US" altLang="zh-CN" sz="1200" b="1" dirty="0">
                <a:solidFill>
                  <a:schemeClr val="tx1"/>
                </a:solidFill>
              </a:rPr>
              <a:t> / DRAM stalls) </a:t>
            </a:r>
            <a:endParaRPr lang="zh-CN" altLang="en-US" sz="1200" b="1" dirty="0">
              <a:solidFill>
                <a:schemeClr val="tx1"/>
              </a:solidFill>
            </a:endParaRPr>
          </a:p>
        </p:txBody>
      </p:sp>
      <p:sp>
        <p:nvSpPr>
          <p:cNvPr id="49" name="矩形: 圆角 48">
            <a:extLst>
              <a:ext uri="{FF2B5EF4-FFF2-40B4-BE49-F238E27FC236}">
                <a16:creationId xmlns:a16="http://schemas.microsoft.com/office/drawing/2014/main" id="{1067946E-A74C-4779-95CD-537A6B8C09C2}"/>
              </a:ext>
            </a:extLst>
          </p:cNvPr>
          <p:cNvSpPr/>
          <p:nvPr/>
        </p:nvSpPr>
        <p:spPr>
          <a:xfrm>
            <a:off x="6145928" y="5453284"/>
            <a:ext cx="2073494" cy="45512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200" b="1">
                <a:solidFill>
                  <a:schemeClr val="tx1"/>
                </a:solidFill>
              </a:rPr>
              <a:t>Compute-Side Stalls       </a:t>
            </a:r>
          </a:p>
          <a:p>
            <a:pPr algn="ctr"/>
            <a:r>
              <a:rPr lang="en-US" altLang="zh-CN" sz="1200" b="1">
                <a:solidFill>
                  <a:schemeClr val="tx1"/>
                </a:solidFill>
              </a:rPr>
              <a:t>(Sub-core FU, L1D banks)   </a:t>
            </a:r>
          </a:p>
        </p:txBody>
      </p:sp>
      <p:sp>
        <p:nvSpPr>
          <p:cNvPr id="50" name="加号 49">
            <a:extLst>
              <a:ext uri="{FF2B5EF4-FFF2-40B4-BE49-F238E27FC236}">
                <a16:creationId xmlns:a16="http://schemas.microsoft.com/office/drawing/2014/main" id="{EEAE9692-2F79-456C-9C5A-412DB738BBC8}"/>
              </a:ext>
            </a:extLst>
          </p:cNvPr>
          <p:cNvSpPr/>
          <p:nvPr/>
        </p:nvSpPr>
        <p:spPr>
          <a:xfrm>
            <a:off x="7953359" y="3905108"/>
            <a:ext cx="284376" cy="276999"/>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a16="http://schemas.microsoft.com/office/drawing/2014/main" id="{2A32AC0E-6099-47B2-A5B5-49C0A95315D9}"/>
              </a:ext>
            </a:extLst>
          </p:cNvPr>
          <p:cNvSpPr/>
          <p:nvPr/>
        </p:nvSpPr>
        <p:spPr>
          <a:xfrm>
            <a:off x="11058930" y="5151949"/>
            <a:ext cx="812529" cy="310912"/>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a:solidFill>
                  <a:schemeClr val="tx1"/>
                </a:solidFill>
              </a:rPr>
              <a:t>GCoM</a:t>
            </a:r>
            <a:endParaRPr lang="zh-CN" altLang="en-US" sz="1400" b="1">
              <a:solidFill>
                <a:schemeClr val="tx1"/>
              </a:solidFill>
            </a:endParaRPr>
          </a:p>
        </p:txBody>
      </p:sp>
      <p:sp>
        <p:nvSpPr>
          <p:cNvPr id="52" name="矩形: 圆角 51">
            <a:extLst>
              <a:ext uri="{FF2B5EF4-FFF2-40B4-BE49-F238E27FC236}">
                <a16:creationId xmlns:a16="http://schemas.microsoft.com/office/drawing/2014/main" id="{63A0ADBC-E50E-4151-933B-E59EF1B58591}"/>
              </a:ext>
            </a:extLst>
          </p:cNvPr>
          <p:cNvSpPr/>
          <p:nvPr/>
        </p:nvSpPr>
        <p:spPr>
          <a:xfrm>
            <a:off x="11058930" y="3830379"/>
            <a:ext cx="812529" cy="35172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b="1">
                <a:solidFill>
                  <a:schemeClr val="tx1"/>
                </a:solidFill>
              </a:rPr>
              <a:t>MDM</a:t>
            </a:r>
            <a:endParaRPr lang="zh-CN" altLang="en-US" sz="1400" b="1">
              <a:solidFill>
                <a:schemeClr val="tx1"/>
              </a:solidFill>
            </a:endParaRPr>
          </a:p>
        </p:txBody>
      </p:sp>
      <p:sp>
        <p:nvSpPr>
          <p:cNvPr id="53" name="矩形: 圆角 52">
            <a:extLst>
              <a:ext uri="{FF2B5EF4-FFF2-40B4-BE49-F238E27FC236}">
                <a16:creationId xmlns:a16="http://schemas.microsoft.com/office/drawing/2014/main" id="{5CC30A04-23DA-4B1A-8F80-91D25C90FDA9}"/>
              </a:ext>
            </a:extLst>
          </p:cNvPr>
          <p:cNvSpPr/>
          <p:nvPr/>
        </p:nvSpPr>
        <p:spPr>
          <a:xfrm>
            <a:off x="5833067" y="4914754"/>
            <a:ext cx="2038964" cy="425486"/>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a:solidFill>
                  <a:schemeClr val="tx1"/>
                </a:solidFill>
              </a:rPr>
              <a:t>Interval Analysis</a:t>
            </a:r>
            <a:endParaRPr lang="zh-CN" altLang="en-US">
              <a:solidFill>
                <a:schemeClr val="tx1"/>
              </a:solidFill>
            </a:endParaRPr>
          </a:p>
        </p:txBody>
      </p:sp>
      <p:sp>
        <p:nvSpPr>
          <p:cNvPr id="54" name="矩形: 圆角 53">
            <a:extLst>
              <a:ext uri="{FF2B5EF4-FFF2-40B4-BE49-F238E27FC236}">
                <a16:creationId xmlns:a16="http://schemas.microsoft.com/office/drawing/2014/main" id="{84D9B85B-B287-48EC-A650-711799D8954A}"/>
              </a:ext>
            </a:extLst>
          </p:cNvPr>
          <p:cNvSpPr/>
          <p:nvPr/>
        </p:nvSpPr>
        <p:spPr>
          <a:xfrm>
            <a:off x="8249943" y="4860012"/>
            <a:ext cx="2157040" cy="503813"/>
          </a:xfrm>
          <a:prstGeom prst="roundRect">
            <a:avLst/>
          </a:prstGeom>
        </p:spPr>
        <p:style>
          <a:lnRef idx="1">
            <a:schemeClr val="accent3"/>
          </a:lnRef>
          <a:fillRef idx="3">
            <a:schemeClr val="accent3"/>
          </a:fillRef>
          <a:effectRef idx="2">
            <a:schemeClr val="accent3"/>
          </a:effectRef>
          <a:fontRef idx="minor">
            <a:schemeClr val="lt1"/>
          </a:fontRef>
        </p:style>
        <p:txBody>
          <a:bodyPr rtlCol="0" anchor="ctr"/>
          <a:lstStyle/>
          <a:p>
            <a:pPr algn="ctr"/>
            <a:r>
              <a:rPr lang="en-US" altLang="zh-CN" sz="1200" b="1">
                <a:solidFill>
                  <a:schemeClr val="tx1"/>
                </a:solidFill>
              </a:rPr>
              <a:t>Memory-Side Contention</a:t>
            </a:r>
            <a:br>
              <a:rPr lang="en-US" altLang="zh-CN" sz="1200" b="1">
                <a:solidFill>
                  <a:schemeClr val="tx1"/>
                </a:solidFill>
              </a:rPr>
            </a:br>
            <a:r>
              <a:rPr lang="en-US" altLang="zh-CN" sz="1200" b="1">
                <a:solidFill>
                  <a:schemeClr val="tx1"/>
                </a:solidFill>
              </a:rPr>
              <a:t>(MSHR / NoC / DRAM stalls) </a:t>
            </a:r>
            <a:endParaRPr lang="zh-CN" altLang="en-US" sz="1200" b="1">
              <a:solidFill>
                <a:schemeClr val="tx1"/>
              </a:solidFill>
            </a:endParaRPr>
          </a:p>
        </p:txBody>
      </p:sp>
      <p:sp>
        <p:nvSpPr>
          <p:cNvPr id="55" name="加号 54">
            <a:extLst>
              <a:ext uri="{FF2B5EF4-FFF2-40B4-BE49-F238E27FC236}">
                <a16:creationId xmlns:a16="http://schemas.microsoft.com/office/drawing/2014/main" id="{9257D862-B372-44CA-AAFB-C6FA50689837}"/>
              </a:ext>
            </a:extLst>
          </p:cNvPr>
          <p:cNvSpPr/>
          <p:nvPr/>
        </p:nvSpPr>
        <p:spPr>
          <a:xfrm>
            <a:off x="7926202" y="4987040"/>
            <a:ext cx="284376" cy="276999"/>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6" name="矩形: 圆角 55">
            <a:extLst>
              <a:ext uri="{FF2B5EF4-FFF2-40B4-BE49-F238E27FC236}">
                <a16:creationId xmlns:a16="http://schemas.microsoft.com/office/drawing/2014/main" id="{CE34880E-496C-482B-8D16-0860D8D2AB9A}"/>
              </a:ext>
            </a:extLst>
          </p:cNvPr>
          <p:cNvSpPr/>
          <p:nvPr/>
        </p:nvSpPr>
        <p:spPr>
          <a:xfrm>
            <a:off x="8725269" y="5542347"/>
            <a:ext cx="2038964" cy="306129"/>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200" b="1">
                <a:solidFill>
                  <a:schemeClr val="tx1"/>
                </a:solidFill>
              </a:rPr>
              <a:t>Load Imbalance Modeling </a:t>
            </a:r>
            <a:endParaRPr lang="zh-CN" altLang="en-US" sz="1200" b="1">
              <a:solidFill>
                <a:schemeClr val="tx1"/>
              </a:solidFill>
            </a:endParaRPr>
          </a:p>
        </p:txBody>
      </p:sp>
      <p:sp>
        <p:nvSpPr>
          <p:cNvPr id="57" name="加号 56">
            <a:extLst>
              <a:ext uri="{FF2B5EF4-FFF2-40B4-BE49-F238E27FC236}">
                <a16:creationId xmlns:a16="http://schemas.microsoft.com/office/drawing/2014/main" id="{14077A18-51B6-479F-B97E-59D00B001F99}"/>
              </a:ext>
            </a:extLst>
          </p:cNvPr>
          <p:cNvSpPr/>
          <p:nvPr/>
        </p:nvSpPr>
        <p:spPr>
          <a:xfrm>
            <a:off x="8347174" y="5546326"/>
            <a:ext cx="284376" cy="276999"/>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8" name="加号 57">
            <a:extLst>
              <a:ext uri="{FF2B5EF4-FFF2-40B4-BE49-F238E27FC236}">
                <a16:creationId xmlns:a16="http://schemas.microsoft.com/office/drawing/2014/main" id="{C8F829B8-582F-41BE-82DA-3EB023192CD4}"/>
              </a:ext>
            </a:extLst>
          </p:cNvPr>
          <p:cNvSpPr/>
          <p:nvPr/>
        </p:nvSpPr>
        <p:spPr>
          <a:xfrm>
            <a:off x="5793751" y="5542347"/>
            <a:ext cx="284376" cy="276999"/>
          </a:xfrm>
          <a:prstGeom prst="mathPl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sp>
        <p:nvSpPr>
          <p:cNvPr id="59" name="箭头: 下 58">
            <a:extLst>
              <a:ext uri="{FF2B5EF4-FFF2-40B4-BE49-F238E27FC236}">
                <a16:creationId xmlns:a16="http://schemas.microsoft.com/office/drawing/2014/main" id="{DE9327D5-D269-4B61-9F09-37C5F04DDEDB}"/>
              </a:ext>
            </a:extLst>
          </p:cNvPr>
          <p:cNvSpPr/>
          <p:nvPr/>
        </p:nvSpPr>
        <p:spPr>
          <a:xfrm rot="10800000">
            <a:off x="8232369"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0" name="箭头: 下 59">
            <a:extLst>
              <a:ext uri="{FF2B5EF4-FFF2-40B4-BE49-F238E27FC236}">
                <a16:creationId xmlns:a16="http://schemas.microsoft.com/office/drawing/2014/main" id="{5D4797A1-405C-47A7-98C2-D667B819E22B}"/>
              </a:ext>
            </a:extLst>
          </p:cNvPr>
          <p:cNvSpPr/>
          <p:nvPr/>
        </p:nvSpPr>
        <p:spPr>
          <a:xfrm rot="10800000">
            <a:off x="8438501"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1" name="箭头: 下 60">
            <a:extLst>
              <a:ext uri="{FF2B5EF4-FFF2-40B4-BE49-F238E27FC236}">
                <a16:creationId xmlns:a16="http://schemas.microsoft.com/office/drawing/2014/main" id="{9693E125-B65D-4900-9D38-E9E8C6E91D3A}"/>
              </a:ext>
            </a:extLst>
          </p:cNvPr>
          <p:cNvSpPr/>
          <p:nvPr/>
        </p:nvSpPr>
        <p:spPr>
          <a:xfrm rot="10800000">
            <a:off x="8645948"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2" name="箭头: 下 61">
            <a:extLst>
              <a:ext uri="{FF2B5EF4-FFF2-40B4-BE49-F238E27FC236}">
                <a16:creationId xmlns:a16="http://schemas.microsoft.com/office/drawing/2014/main" id="{3B4FC3AC-5A67-4D4E-BCE0-3B5D9A4D4DC4}"/>
              </a:ext>
            </a:extLst>
          </p:cNvPr>
          <p:cNvSpPr/>
          <p:nvPr/>
        </p:nvSpPr>
        <p:spPr>
          <a:xfrm rot="10800000">
            <a:off x="9314330"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3" name="箭头: 下 62">
            <a:extLst>
              <a:ext uri="{FF2B5EF4-FFF2-40B4-BE49-F238E27FC236}">
                <a16:creationId xmlns:a16="http://schemas.microsoft.com/office/drawing/2014/main" id="{28A8F15D-1AED-4947-95D8-9F33532A24D3}"/>
              </a:ext>
            </a:extLst>
          </p:cNvPr>
          <p:cNvSpPr/>
          <p:nvPr/>
        </p:nvSpPr>
        <p:spPr>
          <a:xfrm rot="10800000">
            <a:off x="7058347"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4" name="箭头: 下 63">
            <a:extLst>
              <a:ext uri="{FF2B5EF4-FFF2-40B4-BE49-F238E27FC236}">
                <a16:creationId xmlns:a16="http://schemas.microsoft.com/office/drawing/2014/main" id="{AE5805F3-2CAC-4001-A009-94BDAA34F0F0}"/>
              </a:ext>
            </a:extLst>
          </p:cNvPr>
          <p:cNvSpPr/>
          <p:nvPr/>
        </p:nvSpPr>
        <p:spPr>
          <a:xfrm rot="10800000">
            <a:off x="6858707"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sp>
        <p:nvSpPr>
          <p:cNvPr id="65" name="箭头: 下 64">
            <a:extLst>
              <a:ext uri="{FF2B5EF4-FFF2-40B4-BE49-F238E27FC236}">
                <a16:creationId xmlns:a16="http://schemas.microsoft.com/office/drawing/2014/main" id="{FB9283C3-F9E0-4F15-9445-8467742B82AC}"/>
              </a:ext>
            </a:extLst>
          </p:cNvPr>
          <p:cNvSpPr/>
          <p:nvPr/>
        </p:nvSpPr>
        <p:spPr>
          <a:xfrm rot="10800000">
            <a:off x="6639122" y="2995605"/>
            <a:ext cx="156488" cy="260584"/>
          </a:xfrm>
          <a:prstGeom prst="downArrow">
            <a:avLst/>
          </a:prstGeom>
          <a:solidFill>
            <a:srgbClr val="C00000"/>
          </a:solidFill>
          <a:ln>
            <a:solidFill>
              <a:srgbClr val="C00000"/>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66" name="直接箭头连接符 65">
            <a:extLst>
              <a:ext uri="{FF2B5EF4-FFF2-40B4-BE49-F238E27FC236}">
                <a16:creationId xmlns:a16="http://schemas.microsoft.com/office/drawing/2014/main" id="{596E41ED-9778-4DC1-872A-DCFF67DDB440}"/>
              </a:ext>
            </a:extLst>
          </p:cNvPr>
          <p:cNvCxnSpPr>
            <a:cxnSpLocks/>
          </p:cNvCxnSpPr>
          <p:nvPr/>
        </p:nvCxnSpPr>
        <p:spPr>
          <a:xfrm>
            <a:off x="6003624" y="3256190"/>
            <a:ext cx="3699482" cy="0"/>
          </a:xfrm>
          <a:prstGeom prst="straightConnector1">
            <a:avLst/>
          </a:prstGeom>
          <a:ln w="25400">
            <a:tailEnd type="triangle"/>
          </a:ln>
        </p:spPr>
        <p:style>
          <a:lnRef idx="1">
            <a:schemeClr val="dk1"/>
          </a:lnRef>
          <a:fillRef idx="0">
            <a:schemeClr val="dk1"/>
          </a:fillRef>
          <a:effectRef idx="0">
            <a:schemeClr val="dk1"/>
          </a:effectRef>
          <a:fontRef idx="minor">
            <a:schemeClr val="tx1"/>
          </a:fontRef>
        </p:style>
      </p:cxnSp>
      <p:sp>
        <p:nvSpPr>
          <p:cNvPr id="76" name="文本框 75">
            <a:extLst>
              <a:ext uri="{FF2B5EF4-FFF2-40B4-BE49-F238E27FC236}">
                <a16:creationId xmlns:a16="http://schemas.microsoft.com/office/drawing/2014/main" id="{EE310E9B-4C55-4E55-8CC6-7723C6F83545}"/>
              </a:ext>
            </a:extLst>
          </p:cNvPr>
          <p:cNvSpPr txBox="1"/>
          <p:nvPr/>
        </p:nvSpPr>
        <p:spPr>
          <a:xfrm>
            <a:off x="8091269" y="3212312"/>
            <a:ext cx="1846901" cy="276999"/>
          </a:xfrm>
          <a:prstGeom prst="rect">
            <a:avLst/>
          </a:prstGeom>
          <a:noFill/>
        </p:spPr>
        <p:txBody>
          <a:bodyPr wrap="square" rtlCol="0">
            <a:spAutoFit/>
          </a:bodyPr>
          <a:lstStyle/>
          <a:p>
            <a:r>
              <a:rPr lang="en-US" altLang="zh-CN" sz="1200"/>
              <a:t>Instruction issue timeline</a:t>
            </a:r>
          </a:p>
        </p:txBody>
      </p:sp>
      <p:sp>
        <p:nvSpPr>
          <p:cNvPr id="77" name="箭头: 右 76">
            <a:extLst>
              <a:ext uri="{FF2B5EF4-FFF2-40B4-BE49-F238E27FC236}">
                <a16:creationId xmlns:a16="http://schemas.microsoft.com/office/drawing/2014/main" id="{AFD71C7E-C0F4-4C75-89CE-4D543CCC8FF9}"/>
              </a:ext>
            </a:extLst>
          </p:cNvPr>
          <p:cNvSpPr/>
          <p:nvPr/>
        </p:nvSpPr>
        <p:spPr>
          <a:xfrm rot="5400000">
            <a:off x="6336948" y="4497596"/>
            <a:ext cx="442132" cy="201478"/>
          </a:xfrm>
          <a:prstGeom prst="rightArrow">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34538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9188" y="7786"/>
            <a:ext cx="4975295" cy="688509"/>
          </a:xfrm>
        </p:spPr>
        <p:txBody>
          <a:bodyPr>
            <a:noAutofit/>
          </a:bodyPr>
          <a:lstStyle/>
          <a:p>
            <a:r>
              <a:rPr sz="3200" b="1" dirty="0">
                <a:solidFill>
                  <a:schemeClr val="accent2">
                    <a:lumMod val="75000"/>
                  </a:schemeClr>
                </a:solidFill>
              </a:rPr>
              <a:t>Tensor Core Modeling</a:t>
            </a:r>
          </a:p>
        </p:txBody>
      </p:sp>
      <p:sp>
        <p:nvSpPr>
          <p:cNvPr id="5" name="日期占位符 4">
            <a:extLst>
              <a:ext uri="{FF2B5EF4-FFF2-40B4-BE49-F238E27FC236}">
                <a16:creationId xmlns:a16="http://schemas.microsoft.com/office/drawing/2014/main" id="{917D09CB-5F0C-4FAF-B9F0-5D3B4BC6EF9A}"/>
              </a:ext>
            </a:extLst>
          </p:cNvPr>
          <p:cNvSpPr>
            <a:spLocks noGrp="1"/>
          </p:cNvSpPr>
          <p:nvPr>
            <p:ph type="dt" sz="half" idx="10"/>
          </p:nvPr>
        </p:nvSpPr>
        <p:spPr/>
        <p:txBody>
          <a:bodyPr/>
          <a:lstStyle/>
          <a:p>
            <a:fld id="{250A1BAA-F899-4186-89EE-49D628749844}" type="datetime1">
              <a:rPr lang="en-US" altLang="zh-CN" smtClean="0"/>
              <a:t>6/23/2025</a:t>
            </a:fld>
            <a:endParaRPr lang="en-US"/>
          </a:p>
        </p:txBody>
      </p:sp>
      <p:sp>
        <p:nvSpPr>
          <p:cNvPr id="6" name="灯片编号占位符 5">
            <a:extLst>
              <a:ext uri="{FF2B5EF4-FFF2-40B4-BE49-F238E27FC236}">
                <a16:creationId xmlns:a16="http://schemas.microsoft.com/office/drawing/2014/main" id="{4284C826-B5C0-4526-9D9F-D1BD70FAF155}"/>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13" name="矩形: 圆角 12">
            <a:extLst>
              <a:ext uri="{FF2B5EF4-FFF2-40B4-BE49-F238E27FC236}">
                <a16:creationId xmlns:a16="http://schemas.microsoft.com/office/drawing/2014/main" id="{AAAED26B-A43D-473E-9F8E-85C9E7B52219}"/>
              </a:ext>
            </a:extLst>
          </p:cNvPr>
          <p:cNvSpPr/>
          <p:nvPr/>
        </p:nvSpPr>
        <p:spPr>
          <a:xfrm>
            <a:off x="6983492" y="2710609"/>
            <a:ext cx="498168" cy="260246"/>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4" name="矩形: 圆角 13">
            <a:extLst>
              <a:ext uri="{FF2B5EF4-FFF2-40B4-BE49-F238E27FC236}">
                <a16:creationId xmlns:a16="http://schemas.microsoft.com/office/drawing/2014/main" id="{B90CDF55-BFDE-4CBA-96FA-CA52E5B160AC}"/>
              </a:ext>
            </a:extLst>
          </p:cNvPr>
          <p:cNvSpPr/>
          <p:nvPr/>
        </p:nvSpPr>
        <p:spPr>
          <a:xfrm>
            <a:off x="6960252" y="1639761"/>
            <a:ext cx="1044810" cy="94890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6" name="连接符: 曲线 15">
            <a:extLst>
              <a:ext uri="{FF2B5EF4-FFF2-40B4-BE49-F238E27FC236}">
                <a16:creationId xmlns:a16="http://schemas.microsoft.com/office/drawing/2014/main" id="{E258A03D-047F-4CA0-955A-EE4DD6075E26}"/>
              </a:ext>
            </a:extLst>
          </p:cNvPr>
          <p:cNvCxnSpPr>
            <a:cxnSpLocks/>
          </p:cNvCxnSpPr>
          <p:nvPr/>
        </p:nvCxnSpPr>
        <p:spPr>
          <a:xfrm rot="16200000" flipH="1">
            <a:off x="6942733" y="1859501"/>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8" name="连接符: 曲线 17">
            <a:extLst>
              <a:ext uri="{FF2B5EF4-FFF2-40B4-BE49-F238E27FC236}">
                <a16:creationId xmlns:a16="http://schemas.microsoft.com/office/drawing/2014/main" id="{84A60CB7-62F6-4759-8515-B549814FAA16}"/>
              </a:ext>
            </a:extLst>
          </p:cNvPr>
          <p:cNvCxnSpPr>
            <a:cxnSpLocks/>
          </p:cNvCxnSpPr>
          <p:nvPr/>
        </p:nvCxnSpPr>
        <p:spPr>
          <a:xfrm rot="16200000" flipH="1">
            <a:off x="7151533" y="1859501"/>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9" name="连接符: 曲线 18">
            <a:extLst>
              <a:ext uri="{FF2B5EF4-FFF2-40B4-BE49-F238E27FC236}">
                <a16:creationId xmlns:a16="http://schemas.microsoft.com/office/drawing/2014/main" id="{E9716BA6-0D88-4003-B6CE-12BC694E0474}"/>
              </a:ext>
            </a:extLst>
          </p:cNvPr>
          <p:cNvCxnSpPr>
            <a:cxnSpLocks/>
          </p:cNvCxnSpPr>
          <p:nvPr/>
        </p:nvCxnSpPr>
        <p:spPr>
          <a:xfrm rot="16200000" flipH="1">
            <a:off x="7360333" y="1859501"/>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20" name="连接符: 曲线 19">
            <a:extLst>
              <a:ext uri="{FF2B5EF4-FFF2-40B4-BE49-F238E27FC236}">
                <a16:creationId xmlns:a16="http://schemas.microsoft.com/office/drawing/2014/main" id="{980228BF-FE4C-4E63-B7CD-6693AC4DA0AB}"/>
              </a:ext>
            </a:extLst>
          </p:cNvPr>
          <p:cNvCxnSpPr>
            <a:cxnSpLocks/>
          </p:cNvCxnSpPr>
          <p:nvPr/>
        </p:nvCxnSpPr>
        <p:spPr>
          <a:xfrm rot="16200000" flipH="1">
            <a:off x="7569133" y="1859501"/>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21" name="连接符: 曲线 20">
            <a:extLst>
              <a:ext uri="{FF2B5EF4-FFF2-40B4-BE49-F238E27FC236}">
                <a16:creationId xmlns:a16="http://schemas.microsoft.com/office/drawing/2014/main" id="{4915779A-5041-4BE5-B05B-474F2C9046C5}"/>
              </a:ext>
            </a:extLst>
          </p:cNvPr>
          <p:cNvCxnSpPr>
            <a:cxnSpLocks/>
          </p:cNvCxnSpPr>
          <p:nvPr/>
        </p:nvCxnSpPr>
        <p:spPr>
          <a:xfrm rot="16200000" flipH="1">
            <a:off x="7003933" y="2275101"/>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22" name="连接符: 曲线 21">
            <a:extLst>
              <a:ext uri="{FF2B5EF4-FFF2-40B4-BE49-F238E27FC236}">
                <a16:creationId xmlns:a16="http://schemas.microsoft.com/office/drawing/2014/main" id="{585BCE76-AB5E-4C68-91C7-CC4016C7C76F}"/>
              </a:ext>
            </a:extLst>
          </p:cNvPr>
          <p:cNvCxnSpPr>
            <a:cxnSpLocks/>
          </p:cNvCxnSpPr>
          <p:nvPr/>
        </p:nvCxnSpPr>
        <p:spPr>
          <a:xfrm rot="16200000" flipH="1">
            <a:off x="7198153" y="2275100"/>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23" name="连接符: 曲线 22">
            <a:extLst>
              <a:ext uri="{FF2B5EF4-FFF2-40B4-BE49-F238E27FC236}">
                <a16:creationId xmlns:a16="http://schemas.microsoft.com/office/drawing/2014/main" id="{419D1217-D022-4C65-A489-8F8E04CEA1BB}"/>
              </a:ext>
            </a:extLst>
          </p:cNvPr>
          <p:cNvCxnSpPr>
            <a:cxnSpLocks/>
          </p:cNvCxnSpPr>
          <p:nvPr/>
        </p:nvCxnSpPr>
        <p:spPr>
          <a:xfrm rot="16200000" flipH="1">
            <a:off x="7404733" y="2260699"/>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24" name="连接符: 曲线 23">
            <a:extLst>
              <a:ext uri="{FF2B5EF4-FFF2-40B4-BE49-F238E27FC236}">
                <a16:creationId xmlns:a16="http://schemas.microsoft.com/office/drawing/2014/main" id="{4970A361-59B2-4FA5-9175-7563DC97DAD5}"/>
              </a:ext>
            </a:extLst>
          </p:cNvPr>
          <p:cNvCxnSpPr>
            <a:cxnSpLocks/>
          </p:cNvCxnSpPr>
          <p:nvPr/>
        </p:nvCxnSpPr>
        <p:spPr>
          <a:xfrm rot="16200000" flipH="1">
            <a:off x="7620553" y="2260699"/>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26" name="矩形: 圆角 25">
            <a:extLst>
              <a:ext uri="{FF2B5EF4-FFF2-40B4-BE49-F238E27FC236}">
                <a16:creationId xmlns:a16="http://schemas.microsoft.com/office/drawing/2014/main" id="{1E768DAE-1A7B-43B5-AE47-C694B10DB7C3}"/>
              </a:ext>
            </a:extLst>
          </p:cNvPr>
          <p:cNvSpPr/>
          <p:nvPr/>
        </p:nvSpPr>
        <p:spPr>
          <a:xfrm>
            <a:off x="6990732" y="3066407"/>
            <a:ext cx="490927" cy="26024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27" name="矩形: 圆角 26">
            <a:extLst>
              <a:ext uri="{FF2B5EF4-FFF2-40B4-BE49-F238E27FC236}">
                <a16:creationId xmlns:a16="http://schemas.microsoft.com/office/drawing/2014/main" id="{5ADD59FC-BACD-41F6-9F71-1F8BDB1CC2E3}"/>
              </a:ext>
            </a:extLst>
          </p:cNvPr>
          <p:cNvSpPr/>
          <p:nvPr/>
        </p:nvSpPr>
        <p:spPr>
          <a:xfrm>
            <a:off x="7549899" y="3061125"/>
            <a:ext cx="472947" cy="26024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28" name="矩形: 圆角 27">
            <a:extLst>
              <a:ext uri="{FF2B5EF4-FFF2-40B4-BE49-F238E27FC236}">
                <a16:creationId xmlns:a16="http://schemas.microsoft.com/office/drawing/2014/main" id="{E113C9FA-E3B9-43EE-A515-FA03F5BF09A8}"/>
              </a:ext>
            </a:extLst>
          </p:cNvPr>
          <p:cNvSpPr/>
          <p:nvPr/>
        </p:nvSpPr>
        <p:spPr>
          <a:xfrm>
            <a:off x="7544999" y="2702208"/>
            <a:ext cx="472947" cy="270268"/>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cxnSp>
        <p:nvCxnSpPr>
          <p:cNvPr id="82" name="直接箭头连接符 81">
            <a:extLst>
              <a:ext uri="{FF2B5EF4-FFF2-40B4-BE49-F238E27FC236}">
                <a16:creationId xmlns:a16="http://schemas.microsoft.com/office/drawing/2014/main" id="{440239A1-50FE-4ECF-BAA9-F742F9EE76FB}"/>
              </a:ext>
            </a:extLst>
          </p:cNvPr>
          <p:cNvCxnSpPr>
            <a:cxnSpLocks/>
          </p:cNvCxnSpPr>
          <p:nvPr/>
        </p:nvCxnSpPr>
        <p:spPr>
          <a:xfrm>
            <a:off x="6945902" y="3490973"/>
            <a:ext cx="508036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4" name="文本框 83">
            <a:extLst>
              <a:ext uri="{FF2B5EF4-FFF2-40B4-BE49-F238E27FC236}">
                <a16:creationId xmlns:a16="http://schemas.microsoft.com/office/drawing/2014/main" id="{443F5AA4-9A63-4EAC-BD33-AA7B87867500}"/>
              </a:ext>
            </a:extLst>
          </p:cNvPr>
          <p:cNvSpPr txBox="1"/>
          <p:nvPr/>
        </p:nvSpPr>
        <p:spPr>
          <a:xfrm>
            <a:off x="7188599" y="3500366"/>
            <a:ext cx="4670313" cy="338554"/>
          </a:xfrm>
          <a:prstGeom prst="rect">
            <a:avLst/>
          </a:prstGeom>
          <a:noFill/>
        </p:spPr>
        <p:txBody>
          <a:bodyPr wrap="square" rtlCol="0">
            <a:spAutoFit/>
          </a:bodyPr>
          <a:lstStyle/>
          <a:p>
            <a:r>
              <a:rPr lang="en-US" altLang="zh-CN" sz="1600" dirty="0"/>
              <a:t>Issue              </a:t>
            </a:r>
            <a:r>
              <a:rPr lang="en-US" altLang="zh-CN" sz="1600" dirty="0" err="1"/>
              <a:t>Issue</a:t>
            </a:r>
            <a:r>
              <a:rPr lang="en-US" altLang="zh-CN" sz="1600" dirty="0"/>
              <a:t> </a:t>
            </a:r>
            <a:r>
              <a:rPr lang="en-US" altLang="zh-CN" sz="1600"/>
              <a:t>4/8         Issue </a:t>
            </a:r>
            <a:r>
              <a:rPr lang="en-US" altLang="zh-CN" sz="1600" dirty="0"/>
              <a:t>8/8             Done</a:t>
            </a:r>
            <a:endParaRPr lang="zh-CN" altLang="en-US" sz="1600" dirty="0"/>
          </a:p>
        </p:txBody>
      </p:sp>
      <p:sp>
        <p:nvSpPr>
          <p:cNvPr id="102" name="矩形: 圆角 101">
            <a:extLst>
              <a:ext uri="{FF2B5EF4-FFF2-40B4-BE49-F238E27FC236}">
                <a16:creationId xmlns:a16="http://schemas.microsoft.com/office/drawing/2014/main" id="{34791C20-D5C7-4026-B827-078CE72E255E}"/>
              </a:ext>
            </a:extLst>
          </p:cNvPr>
          <p:cNvSpPr/>
          <p:nvPr/>
        </p:nvSpPr>
        <p:spPr>
          <a:xfrm>
            <a:off x="6947623" y="5298261"/>
            <a:ext cx="1108114" cy="316664"/>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400">
                <a:solidFill>
                  <a:schemeClr val="tx1"/>
                </a:solidFill>
              </a:rPr>
              <a:t>Tensor core</a:t>
            </a:r>
            <a:endParaRPr lang="zh-CN" altLang="en-US" sz="1400">
              <a:solidFill>
                <a:schemeClr val="tx1"/>
              </a:solidFill>
            </a:endParaRPr>
          </a:p>
        </p:txBody>
      </p:sp>
      <p:sp>
        <p:nvSpPr>
          <p:cNvPr id="103" name="矩形: 圆角 102">
            <a:extLst>
              <a:ext uri="{FF2B5EF4-FFF2-40B4-BE49-F238E27FC236}">
                <a16:creationId xmlns:a16="http://schemas.microsoft.com/office/drawing/2014/main" id="{3E9F6A11-9B18-43C3-8553-058720FB44C8}"/>
              </a:ext>
            </a:extLst>
          </p:cNvPr>
          <p:cNvSpPr/>
          <p:nvPr/>
        </p:nvSpPr>
        <p:spPr>
          <a:xfrm>
            <a:off x="6990732" y="4236185"/>
            <a:ext cx="1021896" cy="972856"/>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04" name="连接符: 曲线 103">
            <a:extLst>
              <a:ext uri="{FF2B5EF4-FFF2-40B4-BE49-F238E27FC236}">
                <a16:creationId xmlns:a16="http://schemas.microsoft.com/office/drawing/2014/main" id="{58E67F90-450A-4C64-889B-CEFA0ABA5125}"/>
              </a:ext>
            </a:extLst>
          </p:cNvPr>
          <p:cNvCxnSpPr>
            <a:cxnSpLocks/>
          </p:cNvCxnSpPr>
          <p:nvPr/>
        </p:nvCxnSpPr>
        <p:spPr>
          <a:xfrm rot="16200000" flipH="1">
            <a:off x="6973213" y="445592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05" name="连接符: 曲线 104">
            <a:extLst>
              <a:ext uri="{FF2B5EF4-FFF2-40B4-BE49-F238E27FC236}">
                <a16:creationId xmlns:a16="http://schemas.microsoft.com/office/drawing/2014/main" id="{4FE9F7C7-B570-4F65-BFFF-F39788EB6A6A}"/>
              </a:ext>
            </a:extLst>
          </p:cNvPr>
          <p:cNvCxnSpPr>
            <a:cxnSpLocks/>
          </p:cNvCxnSpPr>
          <p:nvPr/>
        </p:nvCxnSpPr>
        <p:spPr>
          <a:xfrm rot="16200000" flipH="1">
            <a:off x="7182013" y="445592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06" name="连接符: 曲线 105">
            <a:extLst>
              <a:ext uri="{FF2B5EF4-FFF2-40B4-BE49-F238E27FC236}">
                <a16:creationId xmlns:a16="http://schemas.microsoft.com/office/drawing/2014/main" id="{E9DAB3FE-4525-474B-A752-33ECEE1B82B7}"/>
              </a:ext>
            </a:extLst>
          </p:cNvPr>
          <p:cNvCxnSpPr>
            <a:cxnSpLocks/>
          </p:cNvCxnSpPr>
          <p:nvPr/>
        </p:nvCxnSpPr>
        <p:spPr>
          <a:xfrm rot="16200000" flipH="1">
            <a:off x="7390813" y="445592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07" name="连接符: 曲线 106">
            <a:extLst>
              <a:ext uri="{FF2B5EF4-FFF2-40B4-BE49-F238E27FC236}">
                <a16:creationId xmlns:a16="http://schemas.microsoft.com/office/drawing/2014/main" id="{3C3BFB74-536D-43F2-B9A0-C5F783DEEB92}"/>
              </a:ext>
            </a:extLst>
          </p:cNvPr>
          <p:cNvCxnSpPr>
            <a:cxnSpLocks/>
          </p:cNvCxnSpPr>
          <p:nvPr/>
        </p:nvCxnSpPr>
        <p:spPr>
          <a:xfrm rot="16200000" flipH="1">
            <a:off x="7599613" y="445592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08" name="连接符: 曲线 107">
            <a:extLst>
              <a:ext uri="{FF2B5EF4-FFF2-40B4-BE49-F238E27FC236}">
                <a16:creationId xmlns:a16="http://schemas.microsoft.com/office/drawing/2014/main" id="{0188630B-8625-44D9-A36E-B9581A48584E}"/>
              </a:ext>
            </a:extLst>
          </p:cNvPr>
          <p:cNvCxnSpPr>
            <a:cxnSpLocks/>
          </p:cNvCxnSpPr>
          <p:nvPr/>
        </p:nvCxnSpPr>
        <p:spPr>
          <a:xfrm rot="16200000" flipH="1">
            <a:off x="7034413" y="487152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09" name="连接符: 曲线 108">
            <a:extLst>
              <a:ext uri="{FF2B5EF4-FFF2-40B4-BE49-F238E27FC236}">
                <a16:creationId xmlns:a16="http://schemas.microsoft.com/office/drawing/2014/main" id="{B03A533E-4A2A-4DDB-A768-10C5274F3706}"/>
              </a:ext>
            </a:extLst>
          </p:cNvPr>
          <p:cNvCxnSpPr>
            <a:cxnSpLocks/>
          </p:cNvCxnSpPr>
          <p:nvPr/>
        </p:nvCxnSpPr>
        <p:spPr>
          <a:xfrm rot="16200000" flipH="1">
            <a:off x="7228633" y="4871524"/>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10" name="连接符: 曲线 109">
            <a:extLst>
              <a:ext uri="{FF2B5EF4-FFF2-40B4-BE49-F238E27FC236}">
                <a16:creationId xmlns:a16="http://schemas.microsoft.com/office/drawing/2014/main" id="{CA8DD1DE-5AE7-4AC7-8402-D1053BE867C3}"/>
              </a:ext>
            </a:extLst>
          </p:cNvPr>
          <p:cNvCxnSpPr>
            <a:cxnSpLocks/>
          </p:cNvCxnSpPr>
          <p:nvPr/>
        </p:nvCxnSpPr>
        <p:spPr>
          <a:xfrm rot="16200000" flipH="1">
            <a:off x="7435213" y="4857123"/>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11" name="连接符: 曲线 110">
            <a:extLst>
              <a:ext uri="{FF2B5EF4-FFF2-40B4-BE49-F238E27FC236}">
                <a16:creationId xmlns:a16="http://schemas.microsoft.com/office/drawing/2014/main" id="{4A962197-2157-4072-9D04-8438032C3A88}"/>
              </a:ext>
            </a:extLst>
          </p:cNvPr>
          <p:cNvCxnSpPr>
            <a:cxnSpLocks/>
          </p:cNvCxnSpPr>
          <p:nvPr/>
        </p:nvCxnSpPr>
        <p:spPr>
          <a:xfrm rot="16200000" flipH="1">
            <a:off x="7651033" y="4857123"/>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16" name="矩形: 圆角 115">
            <a:extLst>
              <a:ext uri="{FF2B5EF4-FFF2-40B4-BE49-F238E27FC236}">
                <a16:creationId xmlns:a16="http://schemas.microsoft.com/office/drawing/2014/main" id="{73B3C90D-AB84-4F84-826D-0F21BA8C11BA}"/>
              </a:ext>
            </a:extLst>
          </p:cNvPr>
          <p:cNvSpPr/>
          <p:nvPr/>
        </p:nvSpPr>
        <p:spPr>
          <a:xfrm>
            <a:off x="8207228" y="4215825"/>
            <a:ext cx="1034028" cy="1005573"/>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17" name="连接符: 曲线 116">
            <a:extLst>
              <a:ext uri="{FF2B5EF4-FFF2-40B4-BE49-F238E27FC236}">
                <a16:creationId xmlns:a16="http://schemas.microsoft.com/office/drawing/2014/main" id="{79C0E7C7-3D43-47FF-B68B-FF0B7E99DCB7}"/>
              </a:ext>
            </a:extLst>
          </p:cNvPr>
          <p:cNvCxnSpPr>
            <a:cxnSpLocks/>
          </p:cNvCxnSpPr>
          <p:nvPr/>
        </p:nvCxnSpPr>
        <p:spPr>
          <a:xfrm rot="16200000" flipH="1">
            <a:off x="8189709" y="4435566"/>
            <a:ext cx="369332" cy="122400"/>
          </a:xfrm>
          <a:prstGeom prst="curvedConnector3">
            <a:avLst/>
          </a:prstGeom>
          <a:ln>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118" name="连接符: 曲线 117">
            <a:extLst>
              <a:ext uri="{FF2B5EF4-FFF2-40B4-BE49-F238E27FC236}">
                <a16:creationId xmlns:a16="http://schemas.microsoft.com/office/drawing/2014/main" id="{877B27B1-FDFE-44F2-AA43-BB7A373A8015}"/>
              </a:ext>
            </a:extLst>
          </p:cNvPr>
          <p:cNvCxnSpPr>
            <a:cxnSpLocks/>
          </p:cNvCxnSpPr>
          <p:nvPr/>
        </p:nvCxnSpPr>
        <p:spPr>
          <a:xfrm rot="16200000" flipH="1">
            <a:off x="8398509" y="4435566"/>
            <a:ext cx="369332" cy="122400"/>
          </a:xfrm>
          <a:prstGeom prst="curvedConnector3">
            <a:avLst/>
          </a:prstGeom>
          <a:ln>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119" name="连接符: 曲线 118">
            <a:extLst>
              <a:ext uri="{FF2B5EF4-FFF2-40B4-BE49-F238E27FC236}">
                <a16:creationId xmlns:a16="http://schemas.microsoft.com/office/drawing/2014/main" id="{6B8A9067-7EE3-4ABB-ACF9-3B233170A1FF}"/>
              </a:ext>
            </a:extLst>
          </p:cNvPr>
          <p:cNvCxnSpPr>
            <a:cxnSpLocks/>
          </p:cNvCxnSpPr>
          <p:nvPr/>
        </p:nvCxnSpPr>
        <p:spPr>
          <a:xfrm rot="16200000" flipH="1">
            <a:off x="8607309" y="4435566"/>
            <a:ext cx="369332" cy="122400"/>
          </a:xfrm>
          <a:prstGeom prst="curvedConnector3">
            <a:avLst/>
          </a:prstGeom>
          <a:ln>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120" name="连接符: 曲线 119">
            <a:extLst>
              <a:ext uri="{FF2B5EF4-FFF2-40B4-BE49-F238E27FC236}">
                <a16:creationId xmlns:a16="http://schemas.microsoft.com/office/drawing/2014/main" id="{DF273ED5-14AA-48DC-9D92-27531407D963}"/>
              </a:ext>
            </a:extLst>
          </p:cNvPr>
          <p:cNvCxnSpPr>
            <a:cxnSpLocks/>
          </p:cNvCxnSpPr>
          <p:nvPr/>
        </p:nvCxnSpPr>
        <p:spPr>
          <a:xfrm rot="16200000" flipH="1">
            <a:off x="8816109" y="4435566"/>
            <a:ext cx="369332" cy="122400"/>
          </a:xfrm>
          <a:prstGeom prst="curvedConnector3">
            <a:avLst/>
          </a:prstGeom>
          <a:ln>
            <a:solidFill>
              <a:srgbClr val="FFC000"/>
            </a:solidFill>
          </a:ln>
        </p:spPr>
        <p:style>
          <a:lnRef idx="2">
            <a:schemeClr val="accent2"/>
          </a:lnRef>
          <a:fillRef idx="0">
            <a:schemeClr val="accent2"/>
          </a:fillRef>
          <a:effectRef idx="1">
            <a:schemeClr val="accent2"/>
          </a:effectRef>
          <a:fontRef idx="minor">
            <a:schemeClr val="tx1"/>
          </a:fontRef>
        </p:style>
      </p:cxnSp>
      <p:cxnSp>
        <p:nvCxnSpPr>
          <p:cNvPr id="121" name="连接符: 曲线 120">
            <a:extLst>
              <a:ext uri="{FF2B5EF4-FFF2-40B4-BE49-F238E27FC236}">
                <a16:creationId xmlns:a16="http://schemas.microsoft.com/office/drawing/2014/main" id="{C531553D-D27C-403B-9792-910F21C04135}"/>
              </a:ext>
            </a:extLst>
          </p:cNvPr>
          <p:cNvCxnSpPr>
            <a:cxnSpLocks/>
          </p:cNvCxnSpPr>
          <p:nvPr/>
        </p:nvCxnSpPr>
        <p:spPr>
          <a:xfrm rot="16200000" flipH="1">
            <a:off x="8250909" y="4851166"/>
            <a:ext cx="369332" cy="122400"/>
          </a:xfrm>
          <a:prstGeom prst="curvedConnector3">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2" name="连接符: 曲线 121">
            <a:extLst>
              <a:ext uri="{FF2B5EF4-FFF2-40B4-BE49-F238E27FC236}">
                <a16:creationId xmlns:a16="http://schemas.microsoft.com/office/drawing/2014/main" id="{68AE1FE6-9076-47A0-8F9A-1F6300889DCB}"/>
              </a:ext>
            </a:extLst>
          </p:cNvPr>
          <p:cNvCxnSpPr>
            <a:cxnSpLocks/>
          </p:cNvCxnSpPr>
          <p:nvPr/>
        </p:nvCxnSpPr>
        <p:spPr>
          <a:xfrm rot="16200000" flipH="1">
            <a:off x="8445129" y="4851165"/>
            <a:ext cx="369332" cy="122400"/>
          </a:xfrm>
          <a:prstGeom prst="curvedConnector3">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3" name="连接符: 曲线 122">
            <a:extLst>
              <a:ext uri="{FF2B5EF4-FFF2-40B4-BE49-F238E27FC236}">
                <a16:creationId xmlns:a16="http://schemas.microsoft.com/office/drawing/2014/main" id="{18BE27AC-CA58-4250-A855-28931BDD7052}"/>
              </a:ext>
            </a:extLst>
          </p:cNvPr>
          <p:cNvCxnSpPr>
            <a:cxnSpLocks/>
          </p:cNvCxnSpPr>
          <p:nvPr/>
        </p:nvCxnSpPr>
        <p:spPr>
          <a:xfrm rot="16200000" flipH="1">
            <a:off x="8651709" y="4836764"/>
            <a:ext cx="369332" cy="122400"/>
          </a:xfrm>
          <a:prstGeom prst="curvedConnector3">
            <a:avLst/>
          </a:prstGeom>
          <a:ln>
            <a:solidFill>
              <a:srgbClr val="FFC000"/>
            </a:solidFill>
          </a:ln>
        </p:spPr>
        <p:style>
          <a:lnRef idx="2">
            <a:schemeClr val="accent1"/>
          </a:lnRef>
          <a:fillRef idx="0">
            <a:schemeClr val="accent1"/>
          </a:fillRef>
          <a:effectRef idx="1">
            <a:schemeClr val="accent1"/>
          </a:effectRef>
          <a:fontRef idx="minor">
            <a:schemeClr val="tx1"/>
          </a:fontRef>
        </p:style>
      </p:cxnSp>
      <p:cxnSp>
        <p:nvCxnSpPr>
          <p:cNvPr id="124" name="连接符: 曲线 123">
            <a:extLst>
              <a:ext uri="{FF2B5EF4-FFF2-40B4-BE49-F238E27FC236}">
                <a16:creationId xmlns:a16="http://schemas.microsoft.com/office/drawing/2014/main" id="{DB506307-F2C5-4A7A-9D12-84AACE2799AD}"/>
              </a:ext>
            </a:extLst>
          </p:cNvPr>
          <p:cNvCxnSpPr>
            <a:cxnSpLocks/>
          </p:cNvCxnSpPr>
          <p:nvPr/>
        </p:nvCxnSpPr>
        <p:spPr>
          <a:xfrm rot="16200000" flipH="1">
            <a:off x="8867529" y="4836764"/>
            <a:ext cx="369332" cy="122400"/>
          </a:xfrm>
          <a:prstGeom prst="curvedConnector3">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129" name="矩形: 圆角 128">
            <a:extLst>
              <a:ext uri="{FF2B5EF4-FFF2-40B4-BE49-F238E27FC236}">
                <a16:creationId xmlns:a16="http://schemas.microsoft.com/office/drawing/2014/main" id="{8F399912-B28B-492A-9CB2-1D0E64924631}"/>
              </a:ext>
            </a:extLst>
          </p:cNvPr>
          <p:cNvSpPr/>
          <p:nvPr/>
        </p:nvSpPr>
        <p:spPr>
          <a:xfrm>
            <a:off x="9490232" y="4203628"/>
            <a:ext cx="1050505" cy="979049"/>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30" name="连接符: 曲线 129">
            <a:extLst>
              <a:ext uri="{FF2B5EF4-FFF2-40B4-BE49-F238E27FC236}">
                <a16:creationId xmlns:a16="http://schemas.microsoft.com/office/drawing/2014/main" id="{D607F0A5-B967-4B45-B0FB-666C81978CE3}"/>
              </a:ext>
            </a:extLst>
          </p:cNvPr>
          <p:cNvCxnSpPr>
            <a:cxnSpLocks/>
          </p:cNvCxnSpPr>
          <p:nvPr/>
        </p:nvCxnSpPr>
        <p:spPr>
          <a:xfrm rot="16200000" flipH="1">
            <a:off x="9472714" y="4423369"/>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1" name="连接符: 曲线 130">
            <a:extLst>
              <a:ext uri="{FF2B5EF4-FFF2-40B4-BE49-F238E27FC236}">
                <a16:creationId xmlns:a16="http://schemas.microsoft.com/office/drawing/2014/main" id="{E911319D-5A2A-4B21-8774-C61C9E4144B8}"/>
              </a:ext>
            </a:extLst>
          </p:cNvPr>
          <p:cNvCxnSpPr>
            <a:cxnSpLocks/>
          </p:cNvCxnSpPr>
          <p:nvPr/>
        </p:nvCxnSpPr>
        <p:spPr>
          <a:xfrm rot="16200000" flipH="1">
            <a:off x="9681514" y="4423369"/>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2" name="连接符: 曲线 131">
            <a:extLst>
              <a:ext uri="{FF2B5EF4-FFF2-40B4-BE49-F238E27FC236}">
                <a16:creationId xmlns:a16="http://schemas.microsoft.com/office/drawing/2014/main" id="{D13839D3-827B-459B-8579-02DA0334BA79}"/>
              </a:ext>
            </a:extLst>
          </p:cNvPr>
          <p:cNvCxnSpPr>
            <a:cxnSpLocks/>
          </p:cNvCxnSpPr>
          <p:nvPr/>
        </p:nvCxnSpPr>
        <p:spPr>
          <a:xfrm rot="16200000" flipH="1">
            <a:off x="9890314" y="4423369"/>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3" name="连接符: 曲线 132">
            <a:extLst>
              <a:ext uri="{FF2B5EF4-FFF2-40B4-BE49-F238E27FC236}">
                <a16:creationId xmlns:a16="http://schemas.microsoft.com/office/drawing/2014/main" id="{13C3006D-2876-44BD-AEE0-E72E256C2602}"/>
              </a:ext>
            </a:extLst>
          </p:cNvPr>
          <p:cNvCxnSpPr>
            <a:cxnSpLocks/>
          </p:cNvCxnSpPr>
          <p:nvPr/>
        </p:nvCxnSpPr>
        <p:spPr>
          <a:xfrm rot="16200000" flipH="1">
            <a:off x="10099114" y="4423369"/>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4" name="连接符: 曲线 133">
            <a:extLst>
              <a:ext uri="{FF2B5EF4-FFF2-40B4-BE49-F238E27FC236}">
                <a16:creationId xmlns:a16="http://schemas.microsoft.com/office/drawing/2014/main" id="{237FA5C4-EA57-4505-A800-CAA40FF9F7CF}"/>
              </a:ext>
            </a:extLst>
          </p:cNvPr>
          <p:cNvCxnSpPr>
            <a:cxnSpLocks/>
          </p:cNvCxnSpPr>
          <p:nvPr/>
        </p:nvCxnSpPr>
        <p:spPr>
          <a:xfrm rot="16200000" flipH="1">
            <a:off x="9533914" y="4838969"/>
            <a:ext cx="369332" cy="122400"/>
          </a:xfrm>
          <a:prstGeom prst="curvedConnector3">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5" name="连接符: 曲线 134">
            <a:extLst>
              <a:ext uri="{FF2B5EF4-FFF2-40B4-BE49-F238E27FC236}">
                <a16:creationId xmlns:a16="http://schemas.microsoft.com/office/drawing/2014/main" id="{388E6528-A422-40FC-A93A-AC94F25F5E5E}"/>
              </a:ext>
            </a:extLst>
          </p:cNvPr>
          <p:cNvCxnSpPr>
            <a:cxnSpLocks/>
          </p:cNvCxnSpPr>
          <p:nvPr/>
        </p:nvCxnSpPr>
        <p:spPr>
          <a:xfrm rot="16200000" flipH="1">
            <a:off x="9728134" y="4838968"/>
            <a:ext cx="369332" cy="122400"/>
          </a:xfrm>
          <a:prstGeom prst="curvedConnector3">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6" name="连接符: 曲线 135">
            <a:extLst>
              <a:ext uri="{FF2B5EF4-FFF2-40B4-BE49-F238E27FC236}">
                <a16:creationId xmlns:a16="http://schemas.microsoft.com/office/drawing/2014/main" id="{99AB26A3-8E8D-4D40-8284-369DDE2A6CC4}"/>
              </a:ext>
            </a:extLst>
          </p:cNvPr>
          <p:cNvCxnSpPr>
            <a:cxnSpLocks/>
          </p:cNvCxnSpPr>
          <p:nvPr/>
        </p:nvCxnSpPr>
        <p:spPr>
          <a:xfrm rot="16200000" flipH="1">
            <a:off x="9934714" y="4824567"/>
            <a:ext cx="369332" cy="122400"/>
          </a:xfrm>
          <a:prstGeom prst="curvedConnector3">
            <a:avLst/>
          </a:prstGeom>
          <a:ln>
            <a:solidFill>
              <a:srgbClr val="FF0000"/>
            </a:solidFill>
          </a:ln>
        </p:spPr>
        <p:style>
          <a:lnRef idx="2">
            <a:schemeClr val="accent2"/>
          </a:lnRef>
          <a:fillRef idx="0">
            <a:schemeClr val="accent2"/>
          </a:fillRef>
          <a:effectRef idx="1">
            <a:schemeClr val="accent2"/>
          </a:effectRef>
          <a:fontRef idx="minor">
            <a:schemeClr val="tx1"/>
          </a:fontRef>
        </p:style>
      </p:cxnSp>
      <p:cxnSp>
        <p:nvCxnSpPr>
          <p:cNvPr id="137" name="连接符: 曲线 136">
            <a:extLst>
              <a:ext uri="{FF2B5EF4-FFF2-40B4-BE49-F238E27FC236}">
                <a16:creationId xmlns:a16="http://schemas.microsoft.com/office/drawing/2014/main" id="{E5218650-2F5C-4EA8-AD2F-B6B02E40E7C3}"/>
              </a:ext>
            </a:extLst>
          </p:cNvPr>
          <p:cNvCxnSpPr>
            <a:cxnSpLocks/>
          </p:cNvCxnSpPr>
          <p:nvPr/>
        </p:nvCxnSpPr>
        <p:spPr>
          <a:xfrm rot="16200000" flipH="1">
            <a:off x="10150534" y="4824567"/>
            <a:ext cx="369332" cy="122400"/>
          </a:xfrm>
          <a:prstGeom prst="curvedConnector3">
            <a:avLst/>
          </a:prstGeom>
          <a:ln>
            <a:solidFill>
              <a:srgbClr val="FF0000"/>
            </a:solidFill>
          </a:ln>
        </p:spPr>
        <p:style>
          <a:lnRef idx="2">
            <a:schemeClr val="accent2"/>
          </a:lnRef>
          <a:fillRef idx="0">
            <a:schemeClr val="accent2"/>
          </a:fillRef>
          <a:effectRef idx="1">
            <a:schemeClr val="accent2"/>
          </a:effectRef>
          <a:fontRef idx="minor">
            <a:schemeClr val="tx1"/>
          </a:fontRef>
        </p:style>
      </p:cxnSp>
      <p:sp>
        <p:nvSpPr>
          <p:cNvPr id="142" name="矩形: 圆角 141">
            <a:extLst>
              <a:ext uri="{FF2B5EF4-FFF2-40B4-BE49-F238E27FC236}">
                <a16:creationId xmlns:a16="http://schemas.microsoft.com/office/drawing/2014/main" id="{5E594B38-E0F9-40CF-BF47-CC3CDBE3C61B}"/>
              </a:ext>
            </a:extLst>
          </p:cNvPr>
          <p:cNvSpPr/>
          <p:nvPr/>
        </p:nvSpPr>
        <p:spPr>
          <a:xfrm>
            <a:off x="10720548" y="4211852"/>
            <a:ext cx="1028075" cy="1011531"/>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43" name="连接符: 曲线 142">
            <a:extLst>
              <a:ext uri="{FF2B5EF4-FFF2-40B4-BE49-F238E27FC236}">
                <a16:creationId xmlns:a16="http://schemas.microsoft.com/office/drawing/2014/main" id="{D1272A7D-9D09-4042-BBF2-BC6266CFEC68}"/>
              </a:ext>
            </a:extLst>
          </p:cNvPr>
          <p:cNvCxnSpPr>
            <a:cxnSpLocks/>
          </p:cNvCxnSpPr>
          <p:nvPr/>
        </p:nvCxnSpPr>
        <p:spPr>
          <a:xfrm rot="16200000" flipH="1">
            <a:off x="10703030" y="4431593"/>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4" name="连接符: 曲线 143">
            <a:extLst>
              <a:ext uri="{FF2B5EF4-FFF2-40B4-BE49-F238E27FC236}">
                <a16:creationId xmlns:a16="http://schemas.microsoft.com/office/drawing/2014/main" id="{E5883333-9695-47D3-B99D-CDCBEF1E6245}"/>
              </a:ext>
            </a:extLst>
          </p:cNvPr>
          <p:cNvCxnSpPr>
            <a:cxnSpLocks/>
          </p:cNvCxnSpPr>
          <p:nvPr/>
        </p:nvCxnSpPr>
        <p:spPr>
          <a:xfrm rot="16200000" flipH="1">
            <a:off x="10911830" y="4431593"/>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5" name="连接符: 曲线 144">
            <a:extLst>
              <a:ext uri="{FF2B5EF4-FFF2-40B4-BE49-F238E27FC236}">
                <a16:creationId xmlns:a16="http://schemas.microsoft.com/office/drawing/2014/main" id="{859B85F6-C0D8-4159-A16C-9D32E7B06B49}"/>
              </a:ext>
            </a:extLst>
          </p:cNvPr>
          <p:cNvCxnSpPr>
            <a:cxnSpLocks/>
          </p:cNvCxnSpPr>
          <p:nvPr/>
        </p:nvCxnSpPr>
        <p:spPr>
          <a:xfrm rot="16200000" flipH="1">
            <a:off x="11120630" y="4431593"/>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6" name="连接符: 曲线 145">
            <a:extLst>
              <a:ext uri="{FF2B5EF4-FFF2-40B4-BE49-F238E27FC236}">
                <a16:creationId xmlns:a16="http://schemas.microsoft.com/office/drawing/2014/main" id="{C3CD0E56-DB85-4A64-BEEF-3838A5E1AD6B}"/>
              </a:ext>
            </a:extLst>
          </p:cNvPr>
          <p:cNvCxnSpPr>
            <a:cxnSpLocks/>
          </p:cNvCxnSpPr>
          <p:nvPr/>
        </p:nvCxnSpPr>
        <p:spPr>
          <a:xfrm rot="16200000" flipH="1">
            <a:off x="11329430" y="4431593"/>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7" name="连接符: 曲线 146">
            <a:extLst>
              <a:ext uri="{FF2B5EF4-FFF2-40B4-BE49-F238E27FC236}">
                <a16:creationId xmlns:a16="http://schemas.microsoft.com/office/drawing/2014/main" id="{20397D6B-9AEC-4BB6-85CD-EEBE6E712798}"/>
              </a:ext>
            </a:extLst>
          </p:cNvPr>
          <p:cNvCxnSpPr>
            <a:cxnSpLocks/>
          </p:cNvCxnSpPr>
          <p:nvPr/>
        </p:nvCxnSpPr>
        <p:spPr>
          <a:xfrm rot="16200000" flipH="1">
            <a:off x="10764230" y="4847193"/>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8" name="连接符: 曲线 147">
            <a:extLst>
              <a:ext uri="{FF2B5EF4-FFF2-40B4-BE49-F238E27FC236}">
                <a16:creationId xmlns:a16="http://schemas.microsoft.com/office/drawing/2014/main" id="{DC0E950D-9325-4F18-AE70-E4E921161F5F}"/>
              </a:ext>
            </a:extLst>
          </p:cNvPr>
          <p:cNvCxnSpPr>
            <a:cxnSpLocks/>
          </p:cNvCxnSpPr>
          <p:nvPr/>
        </p:nvCxnSpPr>
        <p:spPr>
          <a:xfrm rot="16200000" flipH="1">
            <a:off x="10958450" y="4847192"/>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9" name="连接符: 曲线 148">
            <a:extLst>
              <a:ext uri="{FF2B5EF4-FFF2-40B4-BE49-F238E27FC236}">
                <a16:creationId xmlns:a16="http://schemas.microsoft.com/office/drawing/2014/main" id="{D5C90F6B-848D-4634-AAF7-1286C3925EF3}"/>
              </a:ext>
            </a:extLst>
          </p:cNvPr>
          <p:cNvCxnSpPr>
            <a:cxnSpLocks/>
          </p:cNvCxnSpPr>
          <p:nvPr/>
        </p:nvCxnSpPr>
        <p:spPr>
          <a:xfrm rot="16200000" flipH="1">
            <a:off x="11165030" y="4832791"/>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50" name="连接符: 曲线 149">
            <a:extLst>
              <a:ext uri="{FF2B5EF4-FFF2-40B4-BE49-F238E27FC236}">
                <a16:creationId xmlns:a16="http://schemas.microsoft.com/office/drawing/2014/main" id="{4AD5D803-63D2-4CCD-B5E8-0A82BFDAEEB7}"/>
              </a:ext>
            </a:extLst>
          </p:cNvPr>
          <p:cNvCxnSpPr>
            <a:cxnSpLocks/>
          </p:cNvCxnSpPr>
          <p:nvPr/>
        </p:nvCxnSpPr>
        <p:spPr>
          <a:xfrm rot="16200000" flipH="1">
            <a:off x="11380850" y="4832791"/>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54" name="直接箭头连接符 153">
            <a:extLst>
              <a:ext uri="{FF2B5EF4-FFF2-40B4-BE49-F238E27FC236}">
                <a16:creationId xmlns:a16="http://schemas.microsoft.com/office/drawing/2014/main" id="{D384F900-EF97-4AAF-B997-2DD1EA642DC5}"/>
              </a:ext>
            </a:extLst>
          </p:cNvPr>
          <p:cNvCxnSpPr>
            <a:cxnSpLocks/>
          </p:cNvCxnSpPr>
          <p:nvPr/>
        </p:nvCxnSpPr>
        <p:spPr>
          <a:xfrm>
            <a:off x="6905990" y="5725852"/>
            <a:ext cx="514422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68" name="内容占位符 167">
            <a:extLst>
              <a:ext uri="{FF2B5EF4-FFF2-40B4-BE49-F238E27FC236}">
                <a16:creationId xmlns:a16="http://schemas.microsoft.com/office/drawing/2014/main" id="{FC6D48D4-1BEE-43F1-ABEF-2AF7995B672B}"/>
              </a:ext>
            </a:extLst>
          </p:cNvPr>
          <p:cNvSpPr>
            <a:spLocks noGrp="1"/>
          </p:cNvSpPr>
          <p:nvPr>
            <p:ph idx="1"/>
          </p:nvPr>
        </p:nvSpPr>
        <p:spPr>
          <a:xfrm>
            <a:off x="85640" y="2867883"/>
            <a:ext cx="6797034" cy="3467879"/>
          </a:xfrm>
        </p:spPr>
        <p:txBody>
          <a:bodyPr>
            <a:normAutofit fontScale="92500" lnSpcReduction="10000"/>
          </a:bodyPr>
          <a:lstStyle/>
          <a:p>
            <a:r>
              <a:rPr lang="en-US" altLang="zh-CN" b="1" dirty="0"/>
              <a:t>Why Initiation Interval Fails for Tensor Cores</a:t>
            </a:r>
            <a:endParaRPr lang="en-US" altLang="zh-CN" dirty="0"/>
          </a:p>
          <a:p>
            <a:pPr lvl="1">
              <a:lnSpc>
                <a:spcPct val="150000"/>
              </a:lnSpc>
              <a:buFont typeface="Arial" panose="020B0604020202020204" pitchFamily="34" charset="0"/>
              <a:buChar char="•"/>
            </a:pPr>
            <a:r>
              <a:rPr lang="en-US" altLang="zh-CN" sz="2400" dirty="0"/>
              <a:t>Prior models (incl. </a:t>
            </a:r>
            <a:r>
              <a:rPr lang="en-US" altLang="zh-CN" sz="2400" dirty="0" err="1"/>
              <a:t>GCoM</a:t>
            </a:r>
            <a:r>
              <a:rPr lang="en-US" altLang="zh-CN" sz="2400" dirty="0"/>
              <a:t>) use </a:t>
            </a:r>
            <a:r>
              <a:rPr lang="en-US" altLang="zh-CN" sz="2400" b="1" dirty="0">
                <a:solidFill>
                  <a:srgbClr val="FF0000"/>
                </a:solidFill>
              </a:rPr>
              <a:t>initiation interval </a:t>
            </a:r>
            <a:r>
              <a:rPr lang="en-US" altLang="zh-CN" sz="2400" dirty="0"/>
              <a:t>to model compute contention</a:t>
            </a:r>
          </a:p>
          <a:p>
            <a:pPr lvl="2">
              <a:lnSpc>
                <a:spcPct val="150000"/>
              </a:lnSpc>
              <a:buFont typeface="Arial" panose="020B0604020202020204" pitchFamily="34" charset="0"/>
              <a:buChar char="•"/>
            </a:pPr>
            <a:endParaRPr lang="en-US" altLang="zh-CN" sz="2100" dirty="0"/>
          </a:p>
          <a:p>
            <a:pPr lvl="1">
              <a:lnSpc>
                <a:spcPct val="150000"/>
              </a:lnSpc>
              <a:buFont typeface="Arial" panose="020B0604020202020204" pitchFamily="34" charset="0"/>
              <a:buChar char="•"/>
            </a:pPr>
            <a:r>
              <a:rPr lang="en-US" altLang="zh-CN" sz="2400" b="1" dirty="0"/>
              <a:t>CUDA cores: </a:t>
            </a:r>
            <a:r>
              <a:rPr lang="en-US" altLang="zh-CN" sz="2400" b="1" dirty="0">
                <a:solidFill>
                  <a:srgbClr val="FF0000"/>
                </a:solidFill>
              </a:rPr>
              <a:t>threads issue independently. </a:t>
            </a:r>
            <a:r>
              <a:rPr lang="en-US" altLang="zh-CN" sz="2400" b="1" dirty="0"/>
              <a:t>Tensor cores: </a:t>
            </a:r>
            <a:r>
              <a:rPr lang="en-US" altLang="zh-CN" sz="2400" b="1" dirty="0">
                <a:solidFill>
                  <a:srgbClr val="FF0000"/>
                </a:solidFill>
              </a:rPr>
              <a:t>warp-level operations collaboratively</a:t>
            </a:r>
          </a:p>
        </p:txBody>
      </p:sp>
      <p:sp>
        <p:nvSpPr>
          <p:cNvPr id="169" name="矩形: 圆角 168">
            <a:extLst>
              <a:ext uri="{FF2B5EF4-FFF2-40B4-BE49-F238E27FC236}">
                <a16:creationId xmlns:a16="http://schemas.microsoft.com/office/drawing/2014/main" id="{DCA634E8-CC90-4E02-9012-B1D016984041}"/>
              </a:ext>
            </a:extLst>
          </p:cNvPr>
          <p:cNvSpPr/>
          <p:nvPr/>
        </p:nvSpPr>
        <p:spPr>
          <a:xfrm>
            <a:off x="8217243" y="2711005"/>
            <a:ext cx="498168" cy="26024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70" name="矩形: 圆角 169">
            <a:extLst>
              <a:ext uri="{FF2B5EF4-FFF2-40B4-BE49-F238E27FC236}">
                <a16:creationId xmlns:a16="http://schemas.microsoft.com/office/drawing/2014/main" id="{F41A7F4E-E031-4000-B067-7933B0E05333}"/>
              </a:ext>
            </a:extLst>
          </p:cNvPr>
          <p:cNvSpPr/>
          <p:nvPr/>
        </p:nvSpPr>
        <p:spPr>
          <a:xfrm>
            <a:off x="8194003" y="1640157"/>
            <a:ext cx="1044810" cy="94890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71" name="连接符: 曲线 170">
            <a:extLst>
              <a:ext uri="{FF2B5EF4-FFF2-40B4-BE49-F238E27FC236}">
                <a16:creationId xmlns:a16="http://schemas.microsoft.com/office/drawing/2014/main" id="{3C237011-9CC9-4D0B-926A-57E37818DD6F}"/>
              </a:ext>
            </a:extLst>
          </p:cNvPr>
          <p:cNvCxnSpPr>
            <a:cxnSpLocks/>
          </p:cNvCxnSpPr>
          <p:nvPr/>
        </p:nvCxnSpPr>
        <p:spPr>
          <a:xfrm rot="16200000" flipH="1">
            <a:off x="8176484" y="1859897"/>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2" name="连接符: 曲线 171">
            <a:extLst>
              <a:ext uri="{FF2B5EF4-FFF2-40B4-BE49-F238E27FC236}">
                <a16:creationId xmlns:a16="http://schemas.microsoft.com/office/drawing/2014/main" id="{A39E3AFF-A20B-4D8E-B1BC-1E308B51EC8E}"/>
              </a:ext>
            </a:extLst>
          </p:cNvPr>
          <p:cNvCxnSpPr>
            <a:cxnSpLocks/>
          </p:cNvCxnSpPr>
          <p:nvPr/>
        </p:nvCxnSpPr>
        <p:spPr>
          <a:xfrm rot="16200000" flipH="1">
            <a:off x="8385284" y="1859897"/>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3" name="连接符: 曲线 172">
            <a:extLst>
              <a:ext uri="{FF2B5EF4-FFF2-40B4-BE49-F238E27FC236}">
                <a16:creationId xmlns:a16="http://schemas.microsoft.com/office/drawing/2014/main" id="{0D839E3A-44FB-46C9-9007-E60AEE5084F1}"/>
              </a:ext>
            </a:extLst>
          </p:cNvPr>
          <p:cNvCxnSpPr>
            <a:cxnSpLocks/>
          </p:cNvCxnSpPr>
          <p:nvPr/>
        </p:nvCxnSpPr>
        <p:spPr>
          <a:xfrm rot="16200000" flipH="1">
            <a:off x="8594084" y="1859897"/>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4" name="连接符: 曲线 173">
            <a:extLst>
              <a:ext uri="{FF2B5EF4-FFF2-40B4-BE49-F238E27FC236}">
                <a16:creationId xmlns:a16="http://schemas.microsoft.com/office/drawing/2014/main" id="{72917573-58C8-449D-9C4D-79D3702173C3}"/>
              </a:ext>
            </a:extLst>
          </p:cNvPr>
          <p:cNvCxnSpPr>
            <a:cxnSpLocks/>
          </p:cNvCxnSpPr>
          <p:nvPr/>
        </p:nvCxnSpPr>
        <p:spPr>
          <a:xfrm rot="16200000" flipH="1">
            <a:off x="8802884" y="1859897"/>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75" name="连接符: 曲线 174">
            <a:extLst>
              <a:ext uri="{FF2B5EF4-FFF2-40B4-BE49-F238E27FC236}">
                <a16:creationId xmlns:a16="http://schemas.microsoft.com/office/drawing/2014/main" id="{27FB4BF2-4211-425E-BAC2-EC37270EEA90}"/>
              </a:ext>
            </a:extLst>
          </p:cNvPr>
          <p:cNvCxnSpPr>
            <a:cxnSpLocks/>
          </p:cNvCxnSpPr>
          <p:nvPr/>
        </p:nvCxnSpPr>
        <p:spPr>
          <a:xfrm rot="16200000" flipH="1">
            <a:off x="8237684" y="2275497"/>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76" name="连接符: 曲线 175">
            <a:extLst>
              <a:ext uri="{FF2B5EF4-FFF2-40B4-BE49-F238E27FC236}">
                <a16:creationId xmlns:a16="http://schemas.microsoft.com/office/drawing/2014/main" id="{24259341-1A59-4A42-A4C9-F5945532ED3C}"/>
              </a:ext>
            </a:extLst>
          </p:cNvPr>
          <p:cNvCxnSpPr>
            <a:cxnSpLocks/>
          </p:cNvCxnSpPr>
          <p:nvPr/>
        </p:nvCxnSpPr>
        <p:spPr>
          <a:xfrm rot="16200000" flipH="1">
            <a:off x="8431904" y="2275496"/>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77" name="连接符: 曲线 176">
            <a:extLst>
              <a:ext uri="{FF2B5EF4-FFF2-40B4-BE49-F238E27FC236}">
                <a16:creationId xmlns:a16="http://schemas.microsoft.com/office/drawing/2014/main" id="{79DA1399-CF56-47DB-BFE5-F93AD2C234F4}"/>
              </a:ext>
            </a:extLst>
          </p:cNvPr>
          <p:cNvCxnSpPr>
            <a:cxnSpLocks/>
          </p:cNvCxnSpPr>
          <p:nvPr/>
        </p:nvCxnSpPr>
        <p:spPr>
          <a:xfrm rot="16200000" flipH="1">
            <a:off x="8638484" y="226109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cxnSp>
        <p:nvCxnSpPr>
          <p:cNvPr id="178" name="连接符: 曲线 177">
            <a:extLst>
              <a:ext uri="{FF2B5EF4-FFF2-40B4-BE49-F238E27FC236}">
                <a16:creationId xmlns:a16="http://schemas.microsoft.com/office/drawing/2014/main" id="{84EE884C-27C9-4679-B94B-950C36C7F96E}"/>
              </a:ext>
            </a:extLst>
          </p:cNvPr>
          <p:cNvCxnSpPr>
            <a:cxnSpLocks/>
          </p:cNvCxnSpPr>
          <p:nvPr/>
        </p:nvCxnSpPr>
        <p:spPr>
          <a:xfrm rot="16200000" flipH="1">
            <a:off x="8854304" y="2261095"/>
            <a:ext cx="369332" cy="122400"/>
          </a:xfrm>
          <a:prstGeom prst="curvedConnector3">
            <a:avLst/>
          </a:prstGeom>
        </p:spPr>
        <p:style>
          <a:lnRef idx="2">
            <a:schemeClr val="accent1"/>
          </a:lnRef>
          <a:fillRef idx="0">
            <a:schemeClr val="accent1"/>
          </a:fillRef>
          <a:effectRef idx="1">
            <a:schemeClr val="accent1"/>
          </a:effectRef>
          <a:fontRef idx="minor">
            <a:schemeClr val="tx1"/>
          </a:fontRef>
        </p:style>
      </p:cxnSp>
      <p:sp>
        <p:nvSpPr>
          <p:cNvPr id="179" name="矩形: 圆角 178">
            <a:extLst>
              <a:ext uri="{FF2B5EF4-FFF2-40B4-BE49-F238E27FC236}">
                <a16:creationId xmlns:a16="http://schemas.microsoft.com/office/drawing/2014/main" id="{7DE43762-68A8-40C5-87B3-18B242C1138C}"/>
              </a:ext>
            </a:extLst>
          </p:cNvPr>
          <p:cNvSpPr/>
          <p:nvPr/>
        </p:nvSpPr>
        <p:spPr>
          <a:xfrm>
            <a:off x="8224483" y="3066803"/>
            <a:ext cx="490927" cy="26024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80" name="矩形: 圆角 179">
            <a:extLst>
              <a:ext uri="{FF2B5EF4-FFF2-40B4-BE49-F238E27FC236}">
                <a16:creationId xmlns:a16="http://schemas.microsoft.com/office/drawing/2014/main" id="{D24EE0BA-ED5F-4FDF-9FA2-E7771756C77B}"/>
              </a:ext>
            </a:extLst>
          </p:cNvPr>
          <p:cNvSpPr/>
          <p:nvPr/>
        </p:nvSpPr>
        <p:spPr>
          <a:xfrm>
            <a:off x="8783650" y="3061521"/>
            <a:ext cx="472947" cy="26024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81" name="矩形: 圆角 180">
            <a:extLst>
              <a:ext uri="{FF2B5EF4-FFF2-40B4-BE49-F238E27FC236}">
                <a16:creationId xmlns:a16="http://schemas.microsoft.com/office/drawing/2014/main" id="{6A06E173-4B07-4B2A-B7AB-A970EC5769FA}"/>
              </a:ext>
            </a:extLst>
          </p:cNvPr>
          <p:cNvSpPr/>
          <p:nvPr/>
        </p:nvSpPr>
        <p:spPr>
          <a:xfrm>
            <a:off x="8778750" y="2702604"/>
            <a:ext cx="472947" cy="27026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82" name="矩形: 圆角 181">
            <a:extLst>
              <a:ext uri="{FF2B5EF4-FFF2-40B4-BE49-F238E27FC236}">
                <a16:creationId xmlns:a16="http://schemas.microsoft.com/office/drawing/2014/main" id="{DED8C19F-7DC6-4507-B16B-CE1CFD9F3C88}"/>
              </a:ext>
            </a:extLst>
          </p:cNvPr>
          <p:cNvSpPr/>
          <p:nvPr/>
        </p:nvSpPr>
        <p:spPr>
          <a:xfrm>
            <a:off x="9432642" y="2704503"/>
            <a:ext cx="498168" cy="260246"/>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83" name="矩形: 圆角 182">
            <a:extLst>
              <a:ext uri="{FF2B5EF4-FFF2-40B4-BE49-F238E27FC236}">
                <a16:creationId xmlns:a16="http://schemas.microsoft.com/office/drawing/2014/main" id="{69A5D8B5-9E4C-4C25-AEFB-954F1D034293}"/>
              </a:ext>
            </a:extLst>
          </p:cNvPr>
          <p:cNvSpPr/>
          <p:nvPr/>
        </p:nvSpPr>
        <p:spPr>
          <a:xfrm>
            <a:off x="9409402" y="1633655"/>
            <a:ext cx="1044810" cy="94890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84" name="连接符: 曲线 183">
            <a:extLst>
              <a:ext uri="{FF2B5EF4-FFF2-40B4-BE49-F238E27FC236}">
                <a16:creationId xmlns:a16="http://schemas.microsoft.com/office/drawing/2014/main" id="{6A3552E5-1F63-4D6E-821C-4598C5FC845C}"/>
              </a:ext>
            </a:extLst>
          </p:cNvPr>
          <p:cNvCxnSpPr>
            <a:cxnSpLocks/>
          </p:cNvCxnSpPr>
          <p:nvPr/>
        </p:nvCxnSpPr>
        <p:spPr>
          <a:xfrm rot="16200000" flipH="1">
            <a:off x="9391883" y="1853395"/>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5" name="连接符: 曲线 184">
            <a:extLst>
              <a:ext uri="{FF2B5EF4-FFF2-40B4-BE49-F238E27FC236}">
                <a16:creationId xmlns:a16="http://schemas.microsoft.com/office/drawing/2014/main" id="{65180540-226B-487D-8336-228B4677B762}"/>
              </a:ext>
            </a:extLst>
          </p:cNvPr>
          <p:cNvCxnSpPr>
            <a:cxnSpLocks/>
          </p:cNvCxnSpPr>
          <p:nvPr/>
        </p:nvCxnSpPr>
        <p:spPr>
          <a:xfrm rot="16200000" flipH="1">
            <a:off x="9600683" y="1853395"/>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6" name="连接符: 曲线 185">
            <a:extLst>
              <a:ext uri="{FF2B5EF4-FFF2-40B4-BE49-F238E27FC236}">
                <a16:creationId xmlns:a16="http://schemas.microsoft.com/office/drawing/2014/main" id="{2BB19995-9C10-491D-B2CE-D45771759BF8}"/>
              </a:ext>
            </a:extLst>
          </p:cNvPr>
          <p:cNvCxnSpPr>
            <a:cxnSpLocks/>
          </p:cNvCxnSpPr>
          <p:nvPr/>
        </p:nvCxnSpPr>
        <p:spPr>
          <a:xfrm rot="16200000" flipH="1">
            <a:off x="9809483" y="1853395"/>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7" name="连接符: 曲线 186">
            <a:extLst>
              <a:ext uri="{FF2B5EF4-FFF2-40B4-BE49-F238E27FC236}">
                <a16:creationId xmlns:a16="http://schemas.microsoft.com/office/drawing/2014/main" id="{794E0FEB-E166-49FE-9AE9-62EB2B5BD961}"/>
              </a:ext>
            </a:extLst>
          </p:cNvPr>
          <p:cNvCxnSpPr>
            <a:cxnSpLocks/>
          </p:cNvCxnSpPr>
          <p:nvPr/>
        </p:nvCxnSpPr>
        <p:spPr>
          <a:xfrm rot="16200000" flipH="1">
            <a:off x="10018283" y="1853395"/>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88" name="连接符: 曲线 187">
            <a:extLst>
              <a:ext uri="{FF2B5EF4-FFF2-40B4-BE49-F238E27FC236}">
                <a16:creationId xmlns:a16="http://schemas.microsoft.com/office/drawing/2014/main" id="{60E48DCE-6A2D-406C-A8A9-87A63899B723}"/>
              </a:ext>
            </a:extLst>
          </p:cNvPr>
          <p:cNvCxnSpPr>
            <a:cxnSpLocks/>
          </p:cNvCxnSpPr>
          <p:nvPr/>
        </p:nvCxnSpPr>
        <p:spPr>
          <a:xfrm rot="16200000" flipH="1">
            <a:off x="9453083" y="2268995"/>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9" name="连接符: 曲线 188">
            <a:extLst>
              <a:ext uri="{FF2B5EF4-FFF2-40B4-BE49-F238E27FC236}">
                <a16:creationId xmlns:a16="http://schemas.microsoft.com/office/drawing/2014/main" id="{B4D8E1C8-F33B-4F1E-95D4-0717C2C24C52}"/>
              </a:ext>
            </a:extLst>
          </p:cNvPr>
          <p:cNvCxnSpPr>
            <a:cxnSpLocks/>
          </p:cNvCxnSpPr>
          <p:nvPr/>
        </p:nvCxnSpPr>
        <p:spPr>
          <a:xfrm rot="16200000" flipH="1">
            <a:off x="9647303" y="2268994"/>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0" name="连接符: 曲线 189">
            <a:extLst>
              <a:ext uri="{FF2B5EF4-FFF2-40B4-BE49-F238E27FC236}">
                <a16:creationId xmlns:a16="http://schemas.microsoft.com/office/drawing/2014/main" id="{F39DA1A2-E133-4C66-AA2C-9C4317B726D7}"/>
              </a:ext>
            </a:extLst>
          </p:cNvPr>
          <p:cNvCxnSpPr>
            <a:cxnSpLocks/>
          </p:cNvCxnSpPr>
          <p:nvPr/>
        </p:nvCxnSpPr>
        <p:spPr>
          <a:xfrm rot="16200000" flipH="1">
            <a:off x="9853883" y="2254593"/>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91" name="连接符: 曲线 190">
            <a:extLst>
              <a:ext uri="{FF2B5EF4-FFF2-40B4-BE49-F238E27FC236}">
                <a16:creationId xmlns:a16="http://schemas.microsoft.com/office/drawing/2014/main" id="{C52F9DE6-2F00-4BC4-B468-AEF603A58987}"/>
              </a:ext>
            </a:extLst>
          </p:cNvPr>
          <p:cNvCxnSpPr>
            <a:cxnSpLocks/>
          </p:cNvCxnSpPr>
          <p:nvPr/>
        </p:nvCxnSpPr>
        <p:spPr>
          <a:xfrm rot="16200000" flipH="1">
            <a:off x="10069703" y="2254593"/>
            <a:ext cx="369332" cy="122400"/>
          </a:xfrm>
          <a:prstGeom prst="curvedConnector3">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2" name="矩形: 圆角 191">
            <a:extLst>
              <a:ext uri="{FF2B5EF4-FFF2-40B4-BE49-F238E27FC236}">
                <a16:creationId xmlns:a16="http://schemas.microsoft.com/office/drawing/2014/main" id="{685DE1B1-38E4-4B77-AD28-FF59810D5C22}"/>
              </a:ext>
            </a:extLst>
          </p:cNvPr>
          <p:cNvSpPr/>
          <p:nvPr/>
        </p:nvSpPr>
        <p:spPr>
          <a:xfrm>
            <a:off x="9439882" y="3060301"/>
            <a:ext cx="490927" cy="26024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93" name="矩形: 圆角 192">
            <a:extLst>
              <a:ext uri="{FF2B5EF4-FFF2-40B4-BE49-F238E27FC236}">
                <a16:creationId xmlns:a16="http://schemas.microsoft.com/office/drawing/2014/main" id="{B2221D3F-E767-415B-9E17-71360CDFDF76}"/>
              </a:ext>
            </a:extLst>
          </p:cNvPr>
          <p:cNvSpPr/>
          <p:nvPr/>
        </p:nvSpPr>
        <p:spPr>
          <a:xfrm>
            <a:off x="9999049" y="3055019"/>
            <a:ext cx="472947" cy="260245"/>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94" name="矩形: 圆角 193">
            <a:extLst>
              <a:ext uri="{FF2B5EF4-FFF2-40B4-BE49-F238E27FC236}">
                <a16:creationId xmlns:a16="http://schemas.microsoft.com/office/drawing/2014/main" id="{590ADBE0-F560-4A00-980A-8F1D059FA854}"/>
              </a:ext>
            </a:extLst>
          </p:cNvPr>
          <p:cNvSpPr/>
          <p:nvPr/>
        </p:nvSpPr>
        <p:spPr>
          <a:xfrm>
            <a:off x="9994149" y="2696102"/>
            <a:ext cx="472947" cy="270268"/>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95" name="矩形: 圆角 194">
            <a:extLst>
              <a:ext uri="{FF2B5EF4-FFF2-40B4-BE49-F238E27FC236}">
                <a16:creationId xmlns:a16="http://schemas.microsoft.com/office/drawing/2014/main" id="{9CEE4808-1011-45EB-B6E1-797A8BA40FBB}"/>
              </a:ext>
            </a:extLst>
          </p:cNvPr>
          <p:cNvSpPr/>
          <p:nvPr/>
        </p:nvSpPr>
        <p:spPr>
          <a:xfrm>
            <a:off x="10696271" y="2711724"/>
            <a:ext cx="498168" cy="260246"/>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196" name="矩形: 圆角 195">
            <a:extLst>
              <a:ext uri="{FF2B5EF4-FFF2-40B4-BE49-F238E27FC236}">
                <a16:creationId xmlns:a16="http://schemas.microsoft.com/office/drawing/2014/main" id="{33E0841B-D014-4253-8E2D-89D74E3E1273}"/>
              </a:ext>
            </a:extLst>
          </p:cNvPr>
          <p:cNvSpPr/>
          <p:nvPr/>
        </p:nvSpPr>
        <p:spPr>
          <a:xfrm>
            <a:off x="10673031" y="1640876"/>
            <a:ext cx="1044810" cy="948900"/>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cxnSp>
        <p:nvCxnSpPr>
          <p:cNvPr id="197" name="连接符: 曲线 196">
            <a:extLst>
              <a:ext uri="{FF2B5EF4-FFF2-40B4-BE49-F238E27FC236}">
                <a16:creationId xmlns:a16="http://schemas.microsoft.com/office/drawing/2014/main" id="{6E32192C-4C40-40C2-AAB9-0E0E70E0A181}"/>
              </a:ext>
            </a:extLst>
          </p:cNvPr>
          <p:cNvCxnSpPr>
            <a:cxnSpLocks/>
          </p:cNvCxnSpPr>
          <p:nvPr/>
        </p:nvCxnSpPr>
        <p:spPr>
          <a:xfrm rot="16200000" flipH="1">
            <a:off x="10655512" y="1860616"/>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8" name="连接符: 曲线 197">
            <a:extLst>
              <a:ext uri="{FF2B5EF4-FFF2-40B4-BE49-F238E27FC236}">
                <a16:creationId xmlns:a16="http://schemas.microsoft.com/office/drawing/2014/main" id="{C6021DA4-9E56-451D-BE25-F6C4BAAE6EDD}"/>
              </a:ext>
            </a:extLst>
          </p:cNvPr>
          <p:cNvCxnSpPr>
            <a:cxnSpLocks/>
          </p:cNvCxnSpPr>
          <p:nvPr/>
        </p:nvCxnSpPr>
        <p:spPr>
          <a:xfrm rot="16200000" flipH="1">
            <a:off x="10864312" y="1860616"/>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99" name="连接符: 曲线 198">
            <a:extLst>
              <a:ext uri="{FF2B5EF4-FFF2-40B4-BE49-F238E27FC236}">
                <a16:creationId xmlns:a16="http://schemas.microsoft.com/office/drawing/2014/main" id="{B66E9B1B-873F-425A-934B-14E6F5259E0C}"/>
              </a:ext>
            </a:extLst>
          </p:cNvPr>
          <p:cNvCxnSpPr>
            <a:cxnSpLocks/>
          </p:cNvCxnSpPr>
          <p:nvPr/>
        </p:nvCxnSpPr>
        <p:spPr>
          <a:xfrm rot="16200000" flipH="1">
            <a:off x="11073112" y="1860616"/>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0" name="连接符: 曲线 199">
            <a:extLst>
              <a:ext uri="{FF2B5EF4-FFF2-40B4-BE49-F238E27FC236}">
                <a16:creationId xmlns:a16="http://schemas.microsoft.com/office/drawing/2014/main" id="{49465384-267D-489A-A20F-78DDF6880E7F}"/>
              </a:ext>
            </a:extLst>
          </p:cNvPr>
          <p:cNvCxnSpPr>
            <a:cxnSpLocks/>
          </p:cNvCxnSpPr>
          <p:nvPr/>
        </p:nvCxnSpPr>
        <p:spPr>
          <a:xfrm rot="16200000" flipH="1">
            <a:off x="11281912" y="1860616"/>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1" name="连接符: 曲线 200">
            <a:extLst>
              <a:ext uri="{FF2B5EF4-FFF2-40B4-BE49-F238E27FC236}">
                <a16:creationId xmlns:a16="http://schemas.microsoft.com/office/drawing/2014/main" id="{EDD39D02-FEF9-46E4-9E66-3BE19A51D715}"/>
              </a:ext>
            </a:extLst>
          </p:cNvPr>
          <p:cNvCxnSpPr>
            <a:cxnSpLocks/>
          </p:cNvCxnSpPr>
          <p:nvPr/>
        </p:nvCxnSpPr>
        <p:spPr>
          <a:xfrm rot="16200000" flipH="1">
            <a:off x="10716712" y="2276216"/>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2" name="连接符: 曲线 201">
            <a:extLst>
              <a:ext uri="{FF2B5EF4-FFF2-40B4-BE49-F238E27FC236}">
                <a16:creationId xmlns:a16="http://schemas.microsoft.com/office/drawing/2014/main" id="{123D8BE1-3C42-4AE8-94E4-99DE91C9E30A}"/>
              </a:ext>
            </a:extLst>
          </p:cNvPr>
          <p:cNvCxnSpPr>
            <a:cxnSpLocks/>
          </p:cNvCxnSpPr>
          <p:nvPr/>
        </p:nvCxnSpPr>
        <p:spPr>
          <a:xfrm rot="16200000" flipH="1">
            <a:off x="10910932" y="2276215"/>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3" name="连接符: 曲线 202">
            <a:extLst>
              <a:ext uri="{FF2B5EF4-FFF2-40B4-BE49-F238E27FC236}">
                <a16:creationId xmlns:a16="http://schemas.microsoft.com/office/drawing/2014/main" id="{18FD1FB8-FDA1-4F6A-B8BD-03576ABC41D1}"/>
              </a:ext>
            </a:extLst>
          </p:cNvPr>
          <p:cNvCxnSpPr>
            <a:cxnSpLocks/>
          </p:cNvCxnSpPr>
          <p:nvPr/>
        </p:nvCxnSpPr>
        <p:spPr>
          <a:xfrm rot="16200000" flipH="1">
            <a:off x="11117512" y="2261814"/>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204" name="连接符: 曲线 203">
            <a:extLst>
              <a:ext uri="{FF2B5EF4-FFF2-40B4-BE49-F238E27FC236}">
                <a16:creationId xmlns:a16="http://schemas.microsoft.com/office/drawing/2014/main" id="{68A8E356-813A-42F4-B85F-6C62BB7E2A5F}"/>
              </a:ext>
            </a:extLst>
          </p:cNvPr>
          <p:cNvCxnSpPr>
            <a:cxnSpLocks/>
          </p:cNvCxnSpPr>
          <p:nvPr/>
        </p:nvCxnSpPr>
        <p:spPr>
          <a:xfrm rot="16200000" flipH="1">
            <a:off x="11333332" y="2261814"/>
            <a:ext cx="369332" cy="122400"/>
          </a:xfrm>
          <a:prstGeom prst="curvedConnector3">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05" name="矩形: 圆角 204">
            <a:extLst>
              <a:ext uri="{FF2B5EF4-FFF2-40B4-BE49-F238E27FC236}">
                <a16:creationId xmlns:a16="http://schemas.microsoft.com/office/drawing/2014/main" id="{72087648-0EFB-44DB-84D4-12BFD2BD2907}"/>
              </a:ext>
            </a:extLst>
          </p:cNvPr>
          <p:cNvSpPr/>
          <p:nvPr/>
        </p:nvSpPr>
        <p:spPr>
          <a:xfrm>
            <a:off x="10703511" y="3067522"/>
            <a:ext cx="490927" cy="26024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206" name="矩形: 圆角 205">
            <a:extLst>
              <a:ext uri="{FF2B5EF4-FFF2-40B4-BE49-F238E27FC236}">
                <a16:creationId xmlns:a16="http://schemas.microsoft.com/office/drawing/2014/main" id="{4C20D6BD-7E8A-4B35-8DF8-7DDF8D925C52}"/>
              </a:ext>
            </a:extLst>
          </p:cNvPr>
          <p:cNvSpPr/>
          <p:nvPr/>
        </p:nvSpPr>
        <p:spPr>
          <a:xfrm>
            <a:off x="11262678" y="3062240"/>
            <a:ext cx="472947" cy="260245"/>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207" name="矩形: 圆角 206">
            <a:extLst>
              <a:ext uri="{FF2B5EF4-FFF2-40B4-BE49-F238E27FC236}">
                <a16:creationId xmlns:a16="http://schemas.microsoft.com/office/drawing/2014/main" id="{CC6D49D6-A6C0-4A37-AF0E-D0080197B689}"/>
              </a:ext>
            </a:extLst>
          </p:cNvPr>
          <p:cNvSpPr/>
          <p:nvPr/>
        </p:nvSpPr>
        <p:spPr>
          <a:xfrm>
            <a:off x="11257778" y="2703323"/>
            <a:ext cx="472947" cy="270268"/>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a:solidFill>
                  <a:schemeClr val="tx1"/>
                </a:solidFill>
              </a:rPr>
              <a:t>FP</a:t>
            </a:r>
            <a:endParaRPr lang="zh-CN" altLang="en-US">
              <a:solidFill>
                <a:schemeClr val="tx1"/>
              </a:solidFill>
            </a:endParaRPr>
          </a:p>
        </p:txBody>
      </p:sp>
      <p:sp>
        <p:nvSpPr>
          <p:cNvPr id="217" name="矩形: 圆角 216">
            <a:extLst>
              <a:ext uri="{FF2B5EF4-FFF2-40B4-BE49-F238E27FC236}">
                <a16:creationId xmlns:a16="http://schemas.microsoft.com/office/drawing/2014/main" id="{F0CFAC07-3B24-4809-BE55-DBE083FBF6C1}"/>
              </a:ext>
            </a:extLst>
          </p:cNvPr>
          <p:cNvSpPr/>
          <p:nvPr/>
        </p:nvSpPr>
        <p:spPr>
          <a:xfrm>
            <a:off x="8170185" y="5292241"/>
            <a:ext cx="1108114" cy="31666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400">
                <a:solidFill>
                  <a:schemeClr val="tx1"/>
                </a:solidFill>
              </a:rPr>
              <a:t>Tensor core</a:t>
            </a:r>
            <a:endParaRPr lang="zh-CN" altLang="en-US" sz="1400">
              <a:solidFill>
                <a:schemeClr val="tx1"/>
              </a:solidFill>
            </a:endParaRPr>
          </a:p>
        </p:txBody>
      </p:sp>
      <p:sp>
        <p:nvSpPr>
          <p:cNvPr id="218" name="矩形: 圆角 217">
            <a:extLst>
              <a:ext uri="{FF2B5EF4-FFF2-40B4-BE49-F238E27FC236}">
                <a16:creationId xmlns:a16="http://schemas.microsoft.com/office/drawing/2014/main" id="{A53197FD-263E-4759-A07D-7CEAF7111B26}"/>
              </a:ext>
            </a:extLst>
          </p:cNvPr>
          <p:cNvSpPr/>
          <p:nvPr/>
        </p:nvSpPr>
        <p:spPr>
          <a:xfrm>
            <a:off x="9478100" y="5277992"/>
            <a:ext cx="1108114" cy="316664"/>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ltLang="zh-CN" sz="1400">
                <a:solidFill>
                  <a:schemeClr val="tx1"/>
                </a:solidFill>
              </a:rPr>
              <a:t>Tensor core</a:t>
            </a:r>
            <a:endParaRPr lang="zh-CN" altLang="en-US" sz="1400">
              <a:solidFill>
                <a:schemeClr val="tx1"/>
              </a:solidFill>
            </a:endParaRPr>
          </a:p>
        </p:txBody>
      </p:sp>
      <p:sp>
        <p:nvSpPr>
          <p:cNvPr id="219" name="矩形: 圆角 218">
            <a:extLst>
              <a:ext uri="{FF2B5EF4-FFF2-40B4-BE49-F238E27FC236}">
                <a16:creationId xmlns:a16="http://schemas.microsoft.com/office/drawing/2014/main" id="{A04E09A1-9010-459F-A76C-0072B4C1A911}"/>
              </a:ext>
            </a:extLst>
          </p:cNvPr>
          <p:cNvSpPr/>
          <p:nvPr/>
        </p:nvSpPr>
        <p:spPr>
          <a:xfrm>
            <a:off x="10666639" y="5300047"/>
            <a:ext cx="1108114" cy="316664"/>
          </a:xfrm>
          <a:prstGeom prst="round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altLang="zh-CN" sz="1400">
                <a:solidFill>
                  <a:schemeClr val="tx1"/>
                </a:solidFill>
              </a:rPr>
              <a:t>Tensor core</a:t>
            </a:r>
            <a:endParaRPr lang="zh-CN" altLang="en-US" sz="1400">
              <a:solidFill>
                <a:schemeClr val="tx1"/>
              </a:solidFill>
            </a:endParaRPr>
          </a:p>
        </p:txBody>
      </p:sp>
      <p:sp>
        <p:nvSpPr>
          <p:cNvPr id="220" name="文本框 219">
            <a:extLst>
              <a:ext uri="{FF2B5EF4-FFF2-40B4-BE49-F238E27FC236}">
                <a16:creationId xmlns:a16="http://schemas.microsoft.com/office/drawing/2014/main" id="{EC0ECAEA-58F2-4955-AFBC-D8D1DC820671}"/>
              </a:ext>
            </a:extLst>
          </p:cNvPr>
          <p:cNvSpPr txBox="1"/>
          <p:nvPr/>
        </p:nvSpPr>
        <p:spPr>
          <a:xfrm>
            <a:off x="7305478" y="5785022"/>
            <a:ext cx="4822297" cy="338554"/>
          </a:xfrm>
          <a:prstGeom prst="rect">
            <a:avLst/>
          </a:prstGeom>
          <a:noFill/>
        </p:spPr>
        <p:txBody>
          <a:bodyPr wrap="square" rtlCol="0">
            <a:spAutoFit/>
          </a:bodyPr>
          <a:lstStyle/>
          <a:p>
            <a:r>
              <a:rPr lang="en-US" altLang="zh-CN" sz="1600"/>
              <a:t>Issue          Executing         Executing               Done</a:t>
            </a:r>
            <a:endParaRPr lang="zh-CN" altLang="en-US" sz="1600"/>
          </a:p>
        </p:txBody>
      </p:sp>
      <p:sp>
        <p:nvSpPr>
          <p:cNvPr id="3" name="文本框 2">
            <a:extLst>
              <a:ext uri="{FF2B5EF4-FFF2-40B4-BE49-F238E27FC236}">
                <a16:creationId xmlns:a16="http://schemas.microsoft.com/office/drawing/2014/main" id="{F43B42A3-6F8B-4175-BE9C-243B001BB18B}"/>
              </a:ext>
            </a:extLst>
          </p:cNvPr>
          <p:cNvSpPr txBox="1"/>
          <p:nvPr/>
        </p:nvSpPr>
        <p:spPr>
          <a:xfrm>
            <a:off x="118129" y="1160588"/>
            <a:ext cx="6281080" cy="1569660"/>
          </a:xfrm>
          <a:prstGeom prst="rect">
            <a:avLst/>
          </a:prstGeom>
          <a:noFill/>
        </p:spPr>
        <p:txBody>
          <a:bodyPr wrap="square" rtlCol="0">
            <a:spAutoFit/>
          </a:bodyPr>
          <a:lstStyle/>
          <a:p>
            <a:pPr marL="285750" indent="-285750">
              <a:buFont typeface="Arial" panose="020B0604020202020204" pitchFamily="34" charset="0"/>
              <a:buChar char="•"/>
            </a:pPr>
            <a:r>
              <a:rPr lang="en-US" altLang="zh-CN" sz="2400" dirty="0"/>
              <a:t>Accurate </a:t>
            </a:r>
            <a:r>
              <a:rPr lang="en-US" altLang="zh-CN" sz="2400" b="1" dirty="0"/>
              <a:t>Tensor Core model </a:t>
            </a:r>
            <a:r>
              <a:rPr lang="en-US" altLang="zh-CN" sz="2400" dirty="0"/>
              <a:t>is essential for modeling </a:t>
            </a:r>
            <a:r>
              <a:rPr lang="en-US" altLang="zh-CN" sz="2400" b="1" dirty="0"/>
              <a:t>LLM inference</a:t>
            </a:r>
            <a:r>
              <a:rPr lang="en-US" altLang="zh-CN" sz="2400" dirty="0"/>
              <a:t>.</a:t>
            </a:r>
          </a:p>
          <a:p>
            <a:pPr marL="285750" indent="-285750">
              <a:buFont typeface="Arial" panose="020B0604020202020204" pitchFamily="34" charset="0"/>
              <a:buChar char="•"/>
            </a:pPr>
            <a:r>
              <a:rPr lang="en-US" altLang="zh-CN" sz="2400" dirty="0"/>
              <a:t>However, prior methods fail to capture its unique execution behavior</a:t>
            </a:r>
            <a:endParaRPr lang="zh-CN" altLang="en-US" sz="2400" dirty="0"/>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ECEA0CAF-8047-55AE-49FC-282575B5CD1D}"/>
                  </a:ext>
                </a:extLst>
              </p:cNvPr>
              <p:cNvSpPr txBox="1"/>
              <p:nvPr/>
            </p:nvSpPr>
            <p:spPr>
              <a:xfrm>
                <a:off x="700490" y="4188959"/>
                <a:ext cx="3992888" cy="60766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sz="2000" b="1" i="1" smtClean="0"/>
                        <m:t>initiation</m:t>
                      </m:r>
                      <m:r>
                        <m:rPr>
                          <m:nor/>
                        </m:rPr>
                        <a:rPr lang="en-US" altLang="zh-CN" sz="2000" b="1" i="1" smtClean="0"/>
                        <m:t>_</m:t>
                      </m:r>
                      <m:r>
                        <m:rPr>
                          <m:nor/>
                        </m:rPr>
                        <a:rPr lang="en-US" altLang="zh-CN" sz="2000" b="1" i="1" smtClean="0"/>
                        <m:t>interval</m:t>
                      </m:r>
                      <m:r>
                        <m:rPr>
                          <m:nor/>
                        </m:rPr>
                        <a:rPr lang="en-US" altLang="zh-CN" sz="2000" b="1" i="1" smtClean="0"/>
                        <m:t>(</m:t>
                      </m:r>
                      <m:r>
                        <m:rPr>
                          <m:nor/>
                        </m:rPr>
                        <a:rPr lang="en-US" altLang="zh-CN" sz="2000" b="1" i="1" smtClean="0"/>
                        <m:t>II</m:t>
                      </m:r>
                      <m:r>
                        <m:rPr>
                          <m:nor/>
                        </m:rPr>
                        <a:rPr lang="en-US" altLang="zh-CN" sz="2000" b="1" i="1" smtClean="0"/>
                        <m:t>)</m:t>
                      </m:r>
                      <m:r>
                        <a:rPr lang="en-US" altLang="zh-CN" sz="2000" b="1" i="1" smtClean="0">
                          <a:latin typeface="Cambria Math" panose="02040503050406030204" pitchFamily="18" charset="0"/>
                        </a:rPr>
                        <m:t>=</m:t>
                      </m:r>
                      <m:f>
                        <m:fPr>
                          <m:ctrlPr>
                            <a:rPr lang="en-US" altLang="zh-CN" sz="2000" b="1" i="1" smtClean="0">
                              <a:latin typeface="Cambria Math" panose="02040503050406030204" pitchFamily="18" charset="0"/>
                            </a:rPr>
                          </m:ctrlPr>
                        </m:fPr>
                        <m:num>
                          <m:r>
                            <m:rPr>
                              <m:nor/>
                            </m:rPr>
                            <a:rPr lang="en-US" altLang="zh-CN" sz="2000" b="1" i="1" smtClean="0"/>
                            <m:t>warp</m:t>
                          </m:r>
                          <m:r>
                            <m:rPr>
                              <m:nor/>
                            </m:rPr>
                            <a:rPr lang="en-US" altLang="zh-CN" sz="2000" b="1" i="1" smtClean="0"/>
                            <m:t>_</m:t>
                          </m:r>
                          <m:r>
                            <m:rPr>
                              <m:nor/>
                            </m:rPr>
                            <a:rPr lang="en-US" altLang="zh-CN" sz="2000" b="1" i="1" smtClean="0"/>
                            <m:t>size</m:t>
                          </m:r>
                        </m:num>
                        <m:den>
                          <m:r>
                            <a:rPr lang="en-US" altLang="zh-CN" sz="2000" b="1" i="1" smtClean="0">
                              <a:latin typeface="Cambria Math" panose="02040503050406030204" pitchFamily="18" charset="0"/>
                            </a:rPr>
                            <m:t>𝑭𝑼</m:t>
                          </m:r>
                          <m:r>
                            <a:rPr lang="en-US" altLang="zh-CN" sz="2000" b="1" i="1" smtClean="0">
                              <a:latin typeface="Cambria Math" panose="02040503050406030204" pitchFamily="18" charset="0"/>
                            </a:rPr>
                            <m:t>_</m:t>
                          </m:r>
                          <m:r>
                            <a:rPr lang="en-US" altLang="zh-CN" sz="2000" b="1" i="1" smtClean="0">
                              <a:latin typeface="Cambria Math" panose="02040503050406030204" pitchFamily="18" charset="0"/>
                            </a:rPr>
                            <m:t>𝒍𝒂𝒏𝒆𝒔</m:t>
                          </m:r>
                        </m:den>
                      </m:f>
                    </m:oMath>
                  </m:oMathPara>
                </a14:m>
                <a:endParaRPr lang="zh-CN" altLang="en-US" sz="2000" b="1" i="1" dirty="0"/>
              </a:p>
            </p:txBody>
          </p:sp>
        </mc:Choice>
        <mc:Fallback>
          <p:sp>
            <p:nvSpPr>
              <p:cNvPr id="4" name="文本框 3">
                <a:extLst>
                  <a:ext uri="{FF2B5EF4-FFF2-40B4-BE49-F238E27FC236}">
                    <a16:creationId xmlns:a16="http://schemas.microsoft.com/office/drawing/2014/main" id="{ECEA0CAF-8047-55AE-49FC-282575B5CD1D}"/>
                  </a:ext>
                </a:extLst>
              </p:cNvPr>
              <p:cNvSpPr txBox="1">
                <a:spLocks noRot="1" noChangeAspect="1" noMove="1" noResize="1" noEditPoints="1" noAdjustHandles="1" noChangeArrowheads="1" noChangeShapeType="1" noTextEdit="1"/>
              </p:cNvSpPr>
              <p:nvPr/>
            </p:nvSpPr>
            <p:spPr>
              <a:xfrm>
                <a:off x="700490" y="4188959"/>
                <a:ext cx="3992888" cy="607667"/>
              </a:xfrm>
              <a:prstGeom prst="rect">
                <a:avLst/>
              </a:prstGeom>
              <a:blipFill>
                <a:blip r:embed="rId3"/>
                <a:stretch>
                  <a:fillRect/>
                </a:stretch>
              </a:blipFill>
            </p:spPr>
            <p:txBody>
              <a:bodyPr/>
              <a:lstStyle/>
              <a:p>
                <a:r>
                  <a:rPr lang="zh-CN"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59412-275C-4CD6-95E6-EEAAFF3CC027}"/>
              </a:ext>
            </a:extLst>
          </p:cNvPr>
          <p:cNvSpPr>
            <a:spLocks noGrp="1"/>
          </p:cNvSpPr>
          <p:nvPr>
            <p:ph type="title"/>
          </p:nvPr>
        </p:nvSpPr>
        <p:spPr>
          <a:xfrm>
            <a:off x="3540000" y="274638"/>
            <a:ext cx="4653600" cy="704562"/>
          </a:xfrm>
        </p:spPr>
        <p:txBody>
          <a:bodyPr>
            <a:normAutofit/>
          </a:bodyPr>
          <a:lstStyle/>
          <a:p>
            <a:r>
              <a:rPr lang="en-US" altLang="zh-CN" sz="3200" b="1">
                <a:solidFill>
                  <a:schemeClr val="accent2">
                    <a:lumMod val="75000"/>
                  </a:schemeClr>
                </a:solidFill>
              </a:rPr>
              <a:t>Tensor Core Modeling</a:t>
            </a:r>
            <a:endParaRPr lang="zh-CN" altLang="en-US" sz="3200" b="1"/>
          </a:p>
        </p:txBody>
      </p:sp>
      <p:sp>
        <p:nvSpPr>
          <p:cNvPr id="4" name="日期占位符 3">
            <a:extLst>
              <a:ext uri="{FF2B5EF4-FFF2-40B4-BE49-F238E27FC236}">
                <a16:creationId xmlns:a16="http://schemas.microsoft.com/office/drawing/2014/main" id="{7FC4B6B6-8DA5-4430-9A90-06C53F6AA197}"/>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BD67CEAB-77D2-4EA4-AA5D-965C2514AC25}"/>
              </a:ext>
            </a:extLst>
          </p:cNvPr>
          <p:cNvSpPr>
            <a:spLocks noGrp="1"/>
          </p:cNvSpPr>
          <p:nvPr>
            <p:ph type="sldNum" sz="quarter" idx="12"/>
          </p:nvPr>
        </p:nvSpPr>
        <p:spPr/>
        <p:txBody>
          <a:bodyPr/>
          <a:lstStyle/>
          <a:p>
            <a:fld id="{C1FF6DA9-008F-8B48-92A6-B652298478BF}" type="slidenum">
              <a:rPr lang="en-US" smtClean="0"/>
              <a:t>7</a:t>
            </a:fld>
            <a:endParaRPr lang="en-US"/>
          </a:p>
        </p:txBody>
      </p:sp>
      <p:pic>
        <p:nvPicPr>
          <p:cNvPr id="6" name="图片 5">
            <a:extLst>
              <a:ext uri="{FF2B5EF4-FFF2-40B4-BE49-F238E27FC236}">
                <a16:creationId xmlns:a16="http://schemas.microsoft.com/office/drawing/2014/main" id="{A9D16AA6-B4A3-4EBA-A3C9-63EB1FAACC62}"/>
              </a:ext>
            </a:extLst>
          </p:cNvPr>
          <p:cNvPicPr>
            <a:picLocks noChangeAspect="1"/>
          </p:cNvPicPr>
          <p:nvPr/>
        </p:nvPicPr>
        <p:blipFill rotWithShape="1">
          <a:blip r:embed="rId3"/>
          <a:srcRect l="3191" t="24068" r="49879" b="13358"/>
          <a:stretch/>
        </p:blipFill>
        <p:spPr>
          <a:xfrm>
            <a:off x="5987206" y="3579632"/>
            <a:ext cx="2905487" cy="2670041"/>
          </a:xfrm>
          <a:prstGeom prst="rect">
            <a:avLst/>
          </a:prstGeom>
        </p:spPr>
      </p:pic>
      <p:pic>
        <p:nvPicPr>
          <p:cNvPr id="7" name="图片 6">
            <a:extLst>
              <a:ext uri="{FF2B5EF4-FFF2-40B4-BE49-F238E27FC236}">
                <a16:creationId xmlns:a16="http://schemas.microsoft.com/office/drawing/2014/main" id="{E3EE9C47-7E8A-4546-84CE-1CCE265225AC}"/>
              </a:ext>
            </a:extLst>
          </p:cNvPr>
          <p:cNvPicPr>
            <a:picLocks noChangeAspect="1"/>
          </p:cNvPicPr>
          <p:nvPr/>
        </p:nvPicPr>
        <p:blipFill rotWithShape="1">
          <a:blip r:embed="rId3"/>
          <a:srcRect r="6645" b="75111"/>
          <a:stretch/>
        </p:blipFill>
        <p:spPr>
          <a:xfrm>
            <a:off x="5987206" y="3045046"/>
            <a:ext cx="2990151" cy="549447"/>
          </a:xfrm>
          <a:prstGeom prst="rect">
            <a:avLst/>
          </a:prstGeom>
        </p:spPr>
      </p:pic>
      <p:sp>
        <p:nvSpPr>
          <p:cNvPr id="8" name="Content Placeholder 2">
            <a:extLst>
              <a:ext uri="{FF2B5EF4-FFF2-40B4-BE49-F238E27FC236}">
                <a16:creationId xmlns:a16="http://schemas.microsoft.com/office/drawing/2014/main" id="{D7F8E272-B0DD-4A14-810A-722B0894E9EC}"/>
              </a:ext>
            </a:extLst>
          </p:cNvPr>
          <p:cNvSpPr>
            <a:spLocks noGrp="1"/>
          </p:cNvSpPr>
          <p:nvPr>
            <p:ph idx="1"/>
          </p:nvPr>
        </p:nvSpPr>
        <p:spPr>
          <a:xfrm>
            <a:off x="228717" y="1241537"/>
            <a:ext cx="11963283" cy="1504759"/>
          </a:xfrm>
        </p:spPr>
        <p:txBody>
          <a:bodyPr>
            <a:normAutofit/>
          </a:bodyPr>
          <a:lstStyle/>
          <a:p>
            <a:pPr>
              <a:lnSpc>
                <a:spcPts val="3000"/>
              </a:lnSpc>
            </a:pPr>
            <a:r>
              <a:rPr lang="en-US" altLang="zh-CN" sz="3200" b="1" dirty="0">
                <a:solidFill>
                  <a:srgbClr val="FF0000"/>
                </a:solidFill>
              </a:rPr>
              <a:t>Instruction modifiers </a:t>
            </a:r>
            <a:r>
              <a:rPr lang="en-US" altLang="zh-CN" sz="3200" dirty="0"/>
              <a:t>influence Instruction behavior </a:t>
            </a:r>
          </a:p>
          <a:p>
            <a:pPr>
              <a:lnSpc>
                <a:spcPts val="3000"/>
              </a:lnSpc>
            </a:pPr>
            <a:r>
              <a:rPr lang="en-US" altLang="zh-CN" sz="3200" dirty="0"/>
              <a:t>(e.g., HMMA.16816 vs HMMA.1688)</a:t>
            </a:r>
          </a:p>
          <a:p>
            <a:pPr>
              <a:lnSpc>
                <a:spcPts val="3000"/>
              </a:lnSpc>
            </a:pPr>
            <a:r>
              <a:rPr lang="en-US" altLang="zh-CN" sz="3200" b="1" dirty="0">
                <a:solidFill>
                  <a:srgbClr val="FF0000"/>
                </a:solidFill>
              </a:rPr>
              <a:t>Throughput-based</a:t>
            </a:r>
            <a:r>
              <a:rPr lang="en-US" altLang="zh-CN" sz="3200" dirty="0"/>
              <a:t> method improves accuracy</a:t>
            </a:r>
          </a:p>
        </p:txBody>
      </p:sp>
      <p:sp>
        <p:nvSpPr>
          <p:cNvPr id="9" name="文本框 8">
            <a:extLst>
              <a:ext uri="{FF2B5EF4-FFF2-40B4-BE49-F238E27FC236}">
                <a16:creationId xmlns:a16="http://schemas.microsoft.com/office/drawing/2014/main" id="{EF91FFCB-FD9B-43C7-8C70-99E85FDA4621}"/>
              </a:ext>
            </a:extLst>
          </p:cNvPr>
          <p:cNvSpPr txBox="1"/>
          <p:nvPr/>
        </p:nvSpPr>
        <p:spPr>
          <a:xfrm>
            <a:off x="9128783" y="3712903"/>
            <a:ext cx="3063217" cy="646331"/>
          </a:xfrm>
          <a:prstGeom prst="rect">
            <a:avLst/>
          </a:prstGeom>
          <a:noFill/>
        </p:spPr>
        <p:txBody>
          <a:bodyPr wrap="square" rtlCol="0">
            <a:spAutoFit/>
          </a:bodyPr>
          <a:lstStyle/>
          <a:p>
            <a:r>
              <a:rPr lang="en-US" altLang="zh-CN" dirty="0"/>
              <a:t>Initiation Interval values for  HMMA.16816 on RTX3090</a:t>
            </a:r>
          </a:p>
        </p:txBody>
      </p:sp>
      <p:graphicFrame>
        <p:nvGraphicFramePr>
          <p:cNvPr id="10" name="表格 8">
            <a:extLst>
              <a:ext uri="{FF2B5EF4-FFF2-40B4-BE49-F238E27FC236}">
                <a16:creationId xmlns:a16="http://schemas.microsoft.com/office/drawing/2014/main" id="{EE2E1432-E039-4D34-BD66-2FDB90472F7D}"/>
              </a:ext>
            </a:extLst>
          </p:cNvPr>
          <p:cNvGraphicFramePr>
            <a:graphicFrameLocks noGrp="1"/>
          </p:cNvGraphicFramePr>
          <p:nvPr>
            <p:extLst>
              <p:ext uri="{D42A27DB-BD31-4B8C-83A1-F6EECF244321}">
                <p14:modId xmlns:p14="http://schemas.microsoft.com/office/powerpoint/2010/main" val="635279323"/>
              </p:ext>
            </p:extLst>
          </p:nvPr>
        </p:nvGraphicFramePr>
        <p:xfrm>
          <a:off x="9297755" y="4412574"/>
          <a:ext cx="2601686" cy="1638777"/>
        </p:xfrm>
        <a:graphic>
          <a:graphicData uri="http://schemas.openxmlformats.org/drawingml/2006/table">
            <a:tbl>
              <a:tblPr firstRow="1" bandRow="1">
                <a:tableStyleId>{5C22544A-7EE6-4342-B048-85BDC9FD1C3A}</a:tableStyleId>
              </a:tblPr>
              <a:tblGrid>
                <a:gridCol w="1300843">
                  <a:extLst>
                    <a:ext uri="{9D8B030D-6E8A-4147-A177-3AD203B41FA5}">
                      <a16:colId xmlns:a16="http://schemas.microsoft.com/office/drawing/2014/main" val="74976326"/>
                    </a:ext>
                  </a:extLst>
                </a:gridCol>
                <a:gridCol w="1300843">
                  <a:extLst>
                    <a:ext uri="{9D8B030D-6E8A-4147-A177-3AD203B41FA5}">
                      <a16:colId xmlns:a16="http://schemas.microsoft.com/office/drawing/2014/main" val="3561335912"/>
                    </a:ext>
                  </a:extLst>
                </a:gridCol>
              </a:tblGrid>
              <a:tr h="546259">
                <a:tc>
                  <a:txBody>
                    <a:bodyPr/>
                    <a:lstStyle/>
                    <a:p>
                      <a:r>
                        <a:rPr lang="en-US" altLang="zh-CN" sz="2400"/>
                        <a:t>Method</a:t>
                      </a:r>
                      <a:endParaRPr lang="zh-CN" altLang="en-US" sz="2400"/>
                    </a:p>
                  </a:txBody>
                  <a:tcPr marL="68580" marR="68580" marT="34290" marB="34290"/>
                </a:tc>
                <a:tc>
                  <a:txBody>
                    <a:bodyPr/>
                    <a:lstStyle/>
                    <a:p>
                      <a:r>
                        <a:rPr lang="en-US" altLang="zh-CN" sz="2400"/>
                        <a:t>Values</a:t>
                      </a:r>
                      <a:endParaRPr lang="zh-CN" altLang="en-US" sz="2400"/>
                    </a:p>
                  </a:txBody>
                  <a:tcPr marL="68580" marR="68580" marT="34290" marB="34290"/>
                </a:tc>
                <a:extLst>
                  <a:ext uri="{0D108BD9-81ED-4DB2-BD59-A6C34878D82A}">
                    <a16:rowId xmlns:a16="http://schemas.microsoft.com/office/drawing/2014/main" val="1121080332"/>
                  </a:ext>
                </a:extLst>
              </a:tr>
              <a:tr h="546259">
                <a:tc>
                  <a:txBody>
                    <a:bodyPr/>
                    <a:lstStyle/>
                    <a:p>
                      <a:r>
                        <a:rPr lang="en-US" altLang="zh-CN" sz="2400"/>
                        <a:t>GCoM</a:t>
                      </a:r>
                      <a:endParaRPr lang="zh-CN" altLang="en-US" sz="2400"/>
                    </a:p>
                  </a:txBody>
                  <a:tcPr marL="68580" marR="68580" marT="34290" marB="34290"/>
                </a:tc>
                <a:tc>
                  <a:txBody>
                    <a:bodyPr/>
                    <a:lstStyle/>
                    <a:p>
                      <a:r>
                        <a:rPr lang="en-US" altLang="zh-CN" sz="2400"/>
                        <a:t>32</a:t>
                      </a:r>
                      <a:endParaRPr lang="zh-CN" altLang="en-US" sz="2400"/>
                    </a:p>
                  </a:txBody>
                  <a:tcPr marL="68580" marR="68580" marT="34290" marB="34290"/>
                </a:tc>
                <a:extLst>
                  <a:ext uri="{0D108BD9-81ED-4DB2-BD59-A6C34878D82A}">
                    <a16:rowId xmlns:a16="http://schemas.microsoft.com/office/drawing/2014/main" val="1854637813"/>
                  </a:ext>
                </a:extLst>
              </a:tr>
              <a:tr h="546259">
                <a:tc>
                  <a:txBody>
                    <a:bodyPr/>
                    <a:lstStyle/>
                    <a:p>
                      <a:r>
                        <a:rPr lang="en-US" altLang="zh-CN" sz="2400"/>
                        <a:t>AMALI</a:t>
                      </a:r>
                      <a:endParaRPr lang="zh-CN" altLang="en-US" sz="2400"/>
                    </a:p>
                  </a:txBody>
                  <a:tcPr marL="68580" marR="68580" marT="34290" marB="34290"/>
                </a:tc>
                <a:tc>
                  <a:txBody>
                    <a:bodyPr/>
                    <a:lstStyle/>
                    <a:p>
                      <a:r>
                        <a:rPr lang="en-US" altLang="zh-CN" sz="2400"/>
                        <a:t>16 </a:t>
                      </a:r>
                      <a:endParaRPr lang="zh-CN" altLang="en-US" sz="2400"/>
                    </a:p>
                  </a:txBody>
                  <a:tcPr marL="68580" marR="68580" marT="34290" marB="34290"/>
                </a:tc>
                <a:extLst>
                  <a:ext uri="{0D108BD9-81ED-4DB2-BD59-A6C34878D82A}">
                    <a16:rowId xmlns:a16="http://schemas.microsoft.com/office/drawing/2014/main" val="4256979953"/>
                  </a:ext>
                </a:extLst>
              </a:tr>
            </a:tbl>
          </a:graphicData>
        </a:graphic>
      </p:graphicFrame>
      <p:pic>
        <p:nvPicPr>
          <p:cNvPr id="11" name="图片 10">
            <a:extLst>
              <a:ext uri="{FF2B5EF4-FFF2-40B4-BE49-F238E27FC236}">
                <a16:creationId xmlns:a16="http://schemas.microsoft.com/office/drawing/2014/main" id="{104212AC-E63F-49EE-A6E8-8BF4CA8BE3EE}"/>
              </a:ext>
            </a:extLst>
          </p:cNvPr>
          <p:cNvPicPr>
            <a:picLocks noChangeAspect="1"/>
          </p:cNvPicPr>
          <p:nvPr/>
        </p:nvPicPr>
        <p:blipFill>
          <a:blip r:embed="rId4"/>
          <a:stretch>
            <a:fillRect/>
          </a:stretch>
        </p:blipFill>
        <p:spPr>
          <a:xfrm>
            <a:off x="502920" y="3887151"/>
            <a:ext cx="5044440" cy="2122635"/>
          </a:xfrm>
          <a:prstGeom prst="rect">
            <a:avLst/>
          </a:prstGeom>
        </p:spPr>
      </p:pic>
      <p:sp>
        <p:nvSpPr>
          <p:cNvPr id="12" name="文本框 11">
            <a:extLst>
              <a:ext uri="{FF2B5EF4-FFF2-40B4-BE49-F238E27FC236}">
                <a16:creationId xmlns:a16="http://schemas.microsoft.com/office/drawing/2014/main" id="{96AE6875-ECA2-4000-919C-99F66081EEDA}"/>
              </a:ext>
            </a:extLst>
          </p:cNvPr>
          <p:cNvSpPr txBox="1"/>
          <p:nvPr/>
        </p:nvSpPr>
        <p:spPr>
          <a:xfrm>
            <a:off x="502920" y="2901225"/>
            <a:ext cx="4341253" cy="830997"/>
          </a:xfrm>
          <a:prstGeom prst="rect">
            <a:avLst/>
          </a:prstGeom>
          <a:noFill/>
        </p:spPr>
        <p:txBody>
          <a:bodyPr wrap="none" rtlCol="0">
            <a:spAutoFit/>
          </a:bodyPr>
          <a:lstStyle/>
          <a:p>
            <a:r>
              <a:rPr lang="en-US" altLang="zh-CN" sz="2400" dirty="0"/>
              <a:t>Typical Tensor core instruction</a:t>
            </a:r>
          </a:p>
          <a:p>
            <a:r>
              <a:rPr lang="zh-CN" altLang="en-US" sz="2400" dirty="0"/>
              <a:t>𝐻𝑀𝑀𝐴</a:t>
            </a:r>
            <a:r>
              <a:rPr lang="en-US" altLang="zh-CN" sz="2400" dirty="0"/>
              <a:t>.16816.</a:t>
            </a:r>
            <a:r>
              <a:rPr lang="zh-CN" altLang="en-US" sz="2400" dirty="0"/>
              <a:t>𝐹</a:t>
            </a:r>
            <a:r>
              <a:rPr lang="en-US" altLang="zh-CN" sz="2400" dirty="0"/>
              <a:t>32,</a:t>
            </a:r>
            <a:r>
              <a:rPr lang="zh-CN" altLang="en-US" sz="2400" dirty="0"/>
              <a:t>𝑅</a:t>
            </a:r>
            <a:r>
              <a:rPr lang="en-US" altLang="zh-CN" sz="2400" dirty="0"/>
              <a:t>0,</a:t>
            </a:r>
            <a:r>
              <a:rPr lang="zh-CN" altLang="en-US" sz="2400" dirty="0"/>
              <a:t>𝑅</a:t>
            </a:r>
            <a:r>
              <a:rPr lang="en-US" altLang="zh-CN" sz="2400" dirty="0"/>
              <a:t>8,</a:t>
            </a:r>
            <a:r>
              <a:rPr lang="zh-CN" altLang="en-US" sz="2400" dirty="0"/>
              <a:t>𝑅</a:t>
            </a:r>
            <a:r>
              <a:rPr lang="en-US" altLang="zh-CN" sz="2400"/>
              <a:t>5,</a:t>
            </a:r>
            <a:r>
              <a:rPr lang="zh-CN" altLang="en-US" sz="2400" dirty="0"/>
              <a:t>𝑅</a:t>
            </a:r>
            <a:r>
              <a:rPr lang="en-US" altLang="zh-CN" sz="2400" dirty="0"/>
              <a:t>0</a:t>
            </a:r>
            <a:endParaRPr lang="zh-CN" altLang="en-US" sz="2400" dirty="0"/>
          </a:p>
        </p:txBody>
      </p:sp>
    </p:spTree>
    <p:extLst>
      <p:ext uri="{BB962C8B-B14F-4D97-AF65-F5344CB8AC3E}">
        <p14:creationId xmlns:p14="http://schemas.microsoft.com/office/powerpoint/2010/main" val="422604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308536-82D2-4C32-8093-9B025ECDE6DD}"/>
              </a:ext>
            </a:extLst>
          </p:cNvPr>
          <p:cNvSpPr>
            <a:spLocks noGrp="1"/>
          </p:cNvSpPr>
          <p:nvPr>
            <p:ph type="title"/>
          </p:nvPr>
        </p:nvSpPr>
        <p:spPr>
          <a:xfrm>
            <a:off x="1204941" y="392088"/>
            <a:ext cx="9068144" cy="898896"/>
          </a:xfrm>
        </p:spPr>
        <p:txBody>
          <a:bodyPr>
            <a:normAutofit fontScale="90000"/>
          </a:bodyPr>
          <a:lstStyle/>
          <a:p>
            <a:r>
              <a:rPr lang="en-US" altLang="zh-CN" sz="3200" b="1" dirty="0">
                <a:solidFill>
                  <a:schemeClr val="accent2">
                    <a:lumMod val="75000"/>
                  </a:schemeClr>
                </a:solidFill>
              </a:rPr>
              <a:t>Ignored Immediate Constant Cache(IMC) miss &amp; Instruction Cache(IS) miss</a:t>
            </a:r>
            <a:endParaRPr lang="zh-CN" altLang="en-US" sz="3200" b="1" dirty="0">
              <a:solidFill>
                <a:schemeClr val="accent2">
                  <a:lumMod val="75000"/>
                </a:schemeClr>
              </a:solidFill>
            </a:endParaRPr>
          </a:p>
        </p:txBody>
      </p:sp>
      <p:sp>
        <p:nvSpPr>
          <p:cNvPr id="4" name="日期占位符 3">
            <a:extLst>
              <a:ext uri="{FF2B5EF4-FFF2-40B4-BE49-F238E27FC236}">
                <a16:creationId xmlns:a16="http://schemas.microsoft.com/office/drawing/2014/main" id="{F5D025CB-BC58-413C-990F-52CE76D4022C}"/>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47E1A3DD-5CAC-4B11-AAF5-2CB9BE62DC0B}"/>
              </a:ext>
            </a:extLst>
          </p:cNvPr>
          <p:cNvSpPr>
            <a:spLocks noGrp="1"/>
          </p:cNvSpPr>
          <p:nvPr>
            <p:ph type="sldNum" sz="quarter" idx="12"/>
          </p:nvPr>
        </p:nvSpPr>
        <p:spPr/>
        <p:txBody>
          <a:bodyPr/>
          <a:lstStyle/>
          <a:p>
            <a:fld id="{C1FF6DA9-008F-8B48-92A6-B652298478BF}" type="slidenum">
              <a:rPr lang="en-US" smtClean="0"/>
              <a:t>8</a:t>
            </a:fld>
            <a:endParaRPr lang="en-US" dirty="0"/>
          </a:p>
        </p:txBody>
      </p:sp>
      <p:pic>
        <p:nvPicPr>
          <p:cNvPr id="6" name="内容占位符 5">
            <a:extLst>
              <a:ext uri="{FF2B5EF4-FFF2-40B4-BE49-F238E27FC236}">
                <a16:creationId xmlns:a16="http://schemas.microsoft.com/office/drawing/2014/main" id="{46077248-53B0-49B3-BF59-B374C0004E72}"/>
              </a:ext>
            </a:extLst>
          </p:cNvPr>
          <p:cNvPicPr>
            <a:picLocks noGrp="1" noChangeAspect="1"/>
          </p:cNvPicPr>
          <p:nvPr>
            <p:ph idx="1"/>
          </p:nvPr>
        </p:nvPicPr>
        <p:blipFill>
          <a:blip r:embed="rId3"/>
          <a:stretch>
            <a:fillRect/>
          </a:stretch>
        </p:blipFill>
        <p:spPr>
          <a:xfrm>
            <a:off x="7332913" y="4038874"/>
            <a:ext cx="4624123" cy="2240218"/>
          </a:xfrm>
          <a:prstGeom prst="rect">
            <a:avLst/>
          </a:prstGeom>
        </p:spPr>
      </p:pic>
      <p:sp>
        <p:nvSpPr>
          <p:cNvPr id="3" name="Content Placeholder 2">
            <a:extLst>
              <a:ext uri="{FF2B5EF4-FFF2-40B4-BE49-F238E27FC236}">
                <a16:creationId xmlns:a16="http://schemas.microsoft.com/office/drawing/2014/main" id="{EEC1311A-440E-51BE-F21A-F46D17DE97F9}"/>
              </a:ext>
            </a:extLst>
          </p:cNvPr>
          <p:cNvSpPr txBox="1">
            <a:spLocks/>
          </p:cNvSpPr>
          <p:nvPr/>
        </p:nvSpPr>
        <p:spPr>
          <a:xfrm>
            <a:off x="72489" y="1457573"/>
            <a:ext cx="7465348" cy="4898780"/>
          </a:xfrm>
          <a:prstGeom prst="rect">
            <a:avLst/>
          </a:prstGeom>
        </p:spPr>
        <p:txBody>
          <a:bodyPr vert="horz" lIns="91440" tIns="45720" rIns="91440" bIns="45720" rtlCol="0">
            <a:normAutofit lnSpcReduction="10000"/>
          </a:bodyPr>
          <a:lst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marL="0" marR="0" lvl="0" indent="0" algn="l" defTabSz="914400" rtl="0" eaLnBrk="0" fontAlgn="base" latinLnBrk="0" hangingPunct="0">
              <a:spcBef>
                <a:spcPct val="0"/>
              </a:spcBef>
              <a:spcAft>
                <a:spcPct val="0"/>
              </a:spcAft>
              <a:buClrTx/>
              <a:buSzTx/>
              <a:buFontTx/>
              <a:buChar char="•"/>
              <a:tabLst/>
            </a:pPr>
            <a:r>
              <a:rPr kumimoji="0" lang="en-US" altLang="zh-CN" b="1" i="0" u="none" strike="noStrike" cap="none" normalizeH="0" baseline="0" dirty="0">
                <a:ln>
                  <a:noFill/>
                </a:ln>
                <a:solidFill>
                  <a:schemeClr val="tx1"/>
                </a:solidFill>
                <a:effectLst/>
                <a:latin typeface="Arial" panose="020B0604020202020204" pitchFamily="34" charset="0"/>
              </a:rPr>
              <a:t>  Comparing stall classification in HW and stall types used in prior work.</a:t>
            </a:r>
          </a:p>
          <a:p>
            <a:pPr marL="0" marR="0" lvl="0" indent="0" algn="l" defTabSz="914400" rtl="0" eaLnBrk="0" fontAlgn="base" latinLnBrk="0" hangingPunct="0">
              <a:spcBef>
                <a:spcPct val="0"/>
              </a:spcBef>
              <a:spcAft>
                <a:spcPct val="0"/>
              </a:spcAft>
              <a:buClrTx/>
              <a:buSzTx/>
              <a:buFontTx/>
              <a:buChar char="•"/>
              <a:tabLst/>
            </a:pPr>
            <a:endParaRPr kumimoji="0" lang="en-US" altLang="zh-CN"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ct val="0"/>
              </a:spcBef>
              <a:spcAft>
                <a:spcPct val="0"/>
              </a:spcAft>
              <a:buClrTx/>
              <a:buSzTx/>
              <a:buFontTx/>
              <a:buChar char="•"/>
              <a:tabLst/>
            </a:pPr>
            <a:r>
              <a:rPr kumimoji="0" lang="en-US" altLang="zh-CN" b="1" i="0" u="none" strike="noStrike" cap="none" normalizeH="0" baseline="0" dirty="0">
                <a:ln>
                  <a:noFill/>
                </a:ln>
                <a:solidFill>
                  <a:srgbClr val="FF0000"/>
                </a:solidFill>
                <a:effectLst/>
                <a:latin typeface="Arial" panose="020B0604020202020204" pitchFamily="34" charset="0"/>
              </a:rPr>
              <a:t>  </a:t>
            </a:r>
            <a:r>
              <a:rPr kumimoji="0" lang="zh-CN" altLang="zh-CN" b="1" i="0" u="none" strike="noStrike" cap="none" normalizeH="0" baseline="0" dirty="0">
                <a:ln>
                  <a:noFill/>
                </a:ln>
                <a:solidFill>
                  <a:srgbClr val="FF0000"/>
                </a:solidFill>
                <a:effectLst/>
                <a:latin typeface="Arial" panose="020B0604020202020204" pitchFamily="34" charset="0"/>
              </a:rPr>
              <a:t>IMC and IS stalls </a:t>
            </a:r>
            <a:r>
              <a:rPr kumimoji="0" lang="zh-CN" altLang="zh-CN" b="1" i="0" u="none" strike="noStrike" cap="none" normalizeH="0" baseline="0" dirty="0">
                <a:ln>
                  <a:noFill/>
                </a:ln>
                <a:solidFill>
                  <a:schemeClr val="tx1"/>
                </a:solidFill>
                <a:effectLst/>
                <a:latin typeface="Arial" panose="020B0604020202020204" pitchFamily="34" charset="0"/>
              </a:rPr>
              <a:t>account for significant stall </a:t>
            </a:r>
            <a:r>
              <a:rPr kumimoji="0" lang="en-US" altLang="zh-CN" b="1" i="0" u="none" strike="noStrike" cap="none" normalizeH="0" baseline="0" dirty="0">
                <a:ln>
                  <a:noFill/>
                </a:ln>
                <a:solidFill>
                  <a:schemeClr val="tx1"/>
                </a:solidFill>
                <a:effectLst/>
                <a:latin typeface="Arial" panose="020B0604020202020204" pitchFamily="34" charset="0"/>
              </a:rPr>
              <a:t>ratio</a:t>
            </a:r>
            <a:r>
              <a:rPr kumimoji="0" lang="zh-CN" altLang="zh-CN" b="1" i="0" u="none" strike="noStrike" cap="none" normalizeH="0" baseline="0" dirty="0">
                <a:ln>
                  <a:noFill/>
                </a:ln>
                <a:solidFill>
                  <a:schemeClr val="tx1"/>
                </a:solidFill>
                <a:effectLst/>
                <a:latin typeface="Arial" panose="020B0604020202020204" pitchFamily="34" charset="0"/>
              </a:rPr>
              <a:t> in LLM inference</a:t>
            </a:r>
            <a:r>
              <a:rPr kumimoji="0" lang="en-US" altLang="zh-CN"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spcBef>
                <a:spcPct val="0"/>
              </a:spcBef>
              <a:spcAft>
                <a:spcPct val="0"/>
              </a:spcAft>
              <a:buClrTx/>
              <a:buSzTx/>
              <a:buFontTx/>
              <a:buChar char="•"/>
              <a:tabLst/>
            </a:pPr>
            <a:endParaRPr kumimoji="0" lang="en-US" altLang="zh-CN" b="1" i="0" u="none" strike="noStrike" cap="none" normalizeH="0" baseline="0" dirty="0">
              <a:ln>
                <a:noFill/>
              </a:ln>
              <a:solidFill>
                <a:schemeClr val="tx1"/>
              </a:solidFill>
              <a:effectLst/>
              <a:latin typeface="Arial" panose="020B0604020202020204" pitchFamily="34" charset="0"/>
            </a:endParaRPr>
          </a:p>
          <a:p>
            <a:pPr defTabSz="914400" eaLnBrk="0" fontAlgn="base" hangingPunct="0">
              <a:spcBef>
                <a:spcPct val="0"/>
              </a:spcBef>
              <a:spcAft>
                <a:spcPct val="0"/>
              </a:spcAft>
              <a:buFontTx/>
              <a:buChar char="•"/>
            </a:pPr>
            <a:r>
              <a:rPr lang="en-US" altLang="zh-CN" b="1" dirty="0">
                <a:latin typeface="Arial" panose="020B0604020202020204" pitchFamily="34" charset="0"/>
              </a:rPr>
              <a:t>LDC, STC has been modeled in cache simulation.</a:t>
            </a:r>
          </a:p>
          <a:p>
            <a:pPr defTabSz="914400" eaLnBrk="0" fontAlgn="base" hangingPunct="0">
              <a:spcBef>
                <a:spcPct val="0"/>
              </a:spcBef>
              <a:spcAft>
                <a:spcPct val="0"/>
              </a:spcAft>
              <a:buFontTx/>
              <a:buChar char="•"/>
            </a:pPr>
            <a:endParaRPr lang="en-US" altLang="zh-CN" b="1" dirty="0">
              <a:latin typeface="Arial" panose="020B0604020202020204" pitchFamily="34" charset="0"/>
            </a:endParaRPr>
          </a:p>
          <a:p>
            <a:r>
              <a:rPr lang="en-US" altLang="zh-CN" b="1" dirty="0"/>
              <a:t>Implicit constant memory access.</a:t>
            </a:r>
          </a:p>
          <a:p>
            <a:pPr marL="0" indent="0">
              <a:buNone/>
            </a:pPr>
            <a:r>
              <a:rPr lang="en-US" altLang="zh-CN" b="1" dirty="0"/>
              <a:t>(e.g. </a:t>
            </a:r>
            <a:r>
              <a:rPr lang="en-US" altLang="zh-CN" b="1" dirty="0">
                <a:solidFill>
                  <a:srgbClr val="00B050"/>
                </a:solidFill>
              </a:rPr>
              <a:t>IMAD.MOV.U32 R1, RZ, RZ, c[0x0][0x28] </a:t>
            </a:r>
            <a:r>
              <a:rPr lang="en-US" altLang="zh-CN" b="1" dirty="0"/>
              <a:t>)</a:t>
            </a:r>
          </a:p>
          <a:p>
            <a:pPr defTabSz="914400" eaLnBrk="0" fontAlgn="base" hangingPunct="0">
              <a:spcBef>
                <a:spcPct val="0"/>
              </a:spcBef>
              <a:spcAft>
                <a:spcPct val="0"/>
              </a:spcAft>
              <a:buFontTx/>
              <a:buChar char="•"/>
            </a:pPr>
            <a:endParaRPr lang="en-US" altLang="zh-CN" b="1" dirty="0"/>
          </a:p>
          <a:p>
            <a:r>
              <a:rPr lang="en-US" altLang="zh-CN" b="1" dirty="0"/>
              <a:t>Instruction cache miss is ignored.</a:t>
            </a:r>
          </a:p>
          <a:p>
            <a:endParaRPr lang="en-US" dirty="0"/>
          </a:p>
        </p:txBody>
      </p:sp>
      <p:pic>
        <p:nvPicPr>
          <p:cNvPr id="12" name="图片 11">
            <a:extLst>
              <a:ext uri="{FF2B5EF4-FFF2-40B4-BE49-F238E27FC236}">
                <a16:creationId xmlns:a16="http://schemas.microsoft.com/office/drawing/2014/main" id="{A2195F2B-33DD-4293-8378-6E3742455282}"/>
              </a:ext>
            </a:extLst>
          </p:cNvPr>
          <p:cNvPicPr>
            <a:picLocks noChangeAspect="1"/>
          </p:cNvPicPr>
          <p:nvPr/>
        </p:nvPicPr>
        <p:blipFill>
          <a:blip r:embed="rId4"/>
          <a:stretch>
            <a:fillRect/>
          </a:stretch>
        </p:blipFill>
        <p:spPr>
          <a:xfrm>
            <a:off x="7332913" y="1624163"/>
            <a:ext cx="4624123" cy="2414711"/>
          </a:xfrm>
          <a:prstGeom prst="rect">
            <a:avLst/>
          </a:prstGeom>
        </p:spPr>
      </p:pic>
    </p:spTree>
    <p:extLst>
      <p:ext uri="{BB962C8B-B14F-4D97-AF65-F5344CB8AC3E}">
        <p14:creationId xmlns:p14="http://schemas.microsoft.com/office/powerpoint/2010/main" val="3992470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98F4EB-4AF1-445F-B177-219F54C6EDC2}"/>
              </a:ext>
            </a:extLst>
          </p:cNvPr>
          <p:cNvSpPr>
            <a:spLocks noGrp="1"/>
          </p:cNvSpPr>
          <p:nvPr>
            <p:ph type="title"/>
          </p:nvPr>
        </p:nvSpPr>
        <p:spPr>
          <a:xfrm>
            <a:off x="1807906" y="334806"/>
            <a:ext cx="8434849" cy="778697"/>
          </a:xfrm>
        </p:spPr>
        <p:txBody>
          <a:bodyPr>
            <a:normAutofit/>
          </a:bodyPr>
          <a:lstStyle/>
          <a:p>
            <a:r>
              <a:rPr lang="en-US" altLang="zh-CN" sz="3200" b="1">
                <a:solidFill>
                  <a:schemeClr val="accent2">
                    <a:lumMod val="75000"/>
                  </a:schemeClr>
                </a:solidFill>
              </a:rPr>
              <a:t>Limitations of Uniform Warp Assumption</a:t>
            </a:r>
            <a:endParaRPr lang="zh-CN" altLang="en-US" sz="3200" b="1">
              <a:solidFill>
                <a:schemeClr val="accent2">
                  <a:lumMod val="75000"/>
                </a:schemeClr>
              </a:solidFill>
            </a:endParaRPr>
          </a:p>
        </p:txBody>
      </p:sp>
      <p:sp>
        <p:nvSpPr>
          <p:cNvPr id="4" name="日期占位符 3">
            <a:extLst>
              <a:ext uri="{FF2B5EF4-FFF2-40B4-BE49-F238E27FC236}">
                <a16:creationId xmlns:a16="http://schemas.microsoft.com/office/drawing/2014/main" id="{57317BFD-FBB7-4047-BF1B-D65B00AC7EC8}"/>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69F6E156-6A1A-457A-9ACD-548E4BFACC69}"/>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9" name="Rectangle 1">
            <a:extLst>
              <a:ext uri="{FF2B5EF4-FFF2-40B4-BE49-F238E27FC236}">
                <a16:creationId xmlns:a16="http://schemas.microsoft.com/office/drawing/2014/main" id="{92E32310-5FEA-461B-A74E-7D2502EC303D}"/>
              </a:ext>
            </a:extLst>
          </p:cNvPr>
          <p:cNvSpPr>
            <a:spLocks noChangeArrowheads="1"/>
          </p:cNvSpPr>
          <p:nvPr/>
        </p:nvSpPr>
        <p:spPr bwMode="auto">
          <a:xfrm>
            <a:off x="177535" y="4052570"/>
            <a:ext cx="7453402" cy="17246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buFontTx/>
              <a:buChar char="•"/>
            </a:pPr>
            <a:r>
              <a:rPr lang="en-US" altLang="zh-CN" sz="3200" dirty="0">
                <a:latin typeface="Arial" panose="020B0604020202020204" pitchFamily="34" charset="0"/>
              </a:rPr>
              <a:t> </a:t>
            </a:r>
            <a:r>
              <a:rPr lang="zh-CN" altLang="zh-CN" sz="3200" dirty="0">
                <a:latin typeface="Arial" panose="020B0604020202020204" pitchFamily="34" charset="0"/>
              </a:rPr>
              <a:t>LLM inference shows significant warp instruction divergence</a:t>
            </a:r>
          </a:p>
          <a:p>
            <a:pPr lvl="0" defTabSz="914400" eaLnBrk="0" fontAlgn="base" hangingPunct="0">
              <a:lnSpc>
                <a:spcPct val="150000"/>
              </a:lnSpc>
              <a:spcBef>
                <a:spcPct val="0"/>
              </a:spcBef>
              <a:spcAft>
                <a:spcPct val="0"/>
              </a:spcAft>
              <a:buFontTx/>
              <a:buChar char="•"/>
            </a:pPr>
            <a:r>
              <a:rPr lang="en-US" altLang="zh-CN" sz="3200" dirty="0">
                <a:latin typeface="Arial" panose="020B0604020202020204" pitchFamily="34" charset="0"/>
              </a:rPr>
              <a:t> </a:t>
            </a:r>
            <a:r>
              <a:rPr lang="zh-CN" altLang="zh-CN" sz="3200" dirty="0">
                <a:latin typeface="Arial" panose="020B0604020202020204" pitchFamily="34" charset="0"/>
              </a:rPr>
              <a:t>Not captured by prior analytical models</a:t>
            </a:r>
          </a:p>
        </p:txBody>
      </p:sp>
      <p:pic>
        <p:nvPicPr>
          <p:cNvPr id="6" name="图片 5">
            <a:extLst>
              <a:ext uri="{FF2B5EF4-FFF2-40B4-BE49-F238E27FC236}">
                <a16:creationId xmlns:a16="http://schemas.microsoft.com/office/drawing/2014/main" id="{F50678DE-DD4B-4B85-9E42-38EC87786739}"/>
              </a:ext>
            </a:extLst>
          </p:cNvPr>
          <p:cNvPicPr>
            <a:picLocks noChangeAspect="1"/>
          </p:cNvPicPr>
          <p:nvPr/>
        </p:nvPicPr>
        <p:blipFill>
          <a:blip r:embed="rId3"/>
          <a:stretch>
            <a:fillRect/>
          </a:stretch>
        </p:blipFill>
        <p:spPr>
          <a:xfrm>
            <a:off x="309805" y="1166845"/>
            <a:ext cx="4114800" cy="2569516"/>
          </a:xfrm>
          <a:prstGeom prst="rect">
            <a:avLst/>
          </a:prstGeom>
        </p:spPr>
      </p:pic>
      <p:pic>
        <p:nvPicPr>
          <p:cNvPr id="10" name="图片 9">
            <a:extLst>
              <a:ext uri="{FF2B5EF4-FFF2-40B4-BE49-F238E27FC236}">
                <a16:creationId xmlns:a16="http://schemas.microsoft.com/office/drawing/2014/main" id="{45E4A722-D129-42E8-A7BA-FF7EB4421D99}"/>
              </a:ext>
            </a:extLst>
          </p:cNvPr>
          <p:cNvPicPr>
            <a:picLocks noChangeAspect="1"/>
          </p:cNvPicPr>
          <p:nvPr/>
        </p:nvPicPr>
        <p:blipFill>
          <a:blip r:embed="rId4"/>
          <a:stretch>
            <a:fillRect/>
          </a:stretch>
        </p:blipFill>
        <p:spPr>
          <a:xfrm>
            <a:off x="7630937" y="3521596"/>
            <a:ext cx="4379340" cy="2536349"/>
          </a:xfrm>
          <a:prstGeom prst="rect">
            <a:avLst/>
          </a:prstGeom>
        </p:spPr>
      </p:pic>
      <p:sp>
        <p:nvSpPr>
          <p:cNvPr id="8" name="Rectangle 1">
            <a:extLst>
              <a:ext uri="{FF2B5EF4-FFF2-40B4-BE49-F238E27FC236}">
                <a16:creationId xmlns:a16="http://schemas.microsoft.com/office/drawing/2014/main" id="{32384DDC-3069-4B54-9032-734B409B4611}"/>
              </a:ext>
            </a:extLst>
          </p:cNvPr>
          <p:cNvSpPr>
            <a:spLocks noChangeArrowheads="1"/>
          </p:cNvSpPr>
          <p:nvPr/>
        </p:nvSpPr>
        <p:spPr bwMode="auto">
          <a:xfrm>
            <a:off x="4424605" y="1881216"/>
            <a:ext cx="7585672"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zh-CN" sz="3200" b="0" i="0" u="none" strike="noStrike" cap="none" normalizeH="0" baseline="0" dirty="0">
                <a:ln>
                  <a:noFill/>
                </a:ln>
                <a:solidFill>
                  <a:schemeClr val="tx1"/>
                </a:solidFill>
                <a:effectLst/>
                <a:latin typeface="Arial" panose="020B0604020202020204" pitchFamily="34" charset="0"/>
              </a:rPr>
              <a:t> </a:t>
            </a:r>
            <a:r>
              <a:rPr kumimoji="0" lang="zh-CN" altLang="zh-CN" sz="3200" b="0" i="0" u="none" strike="noStrike" cap="none" normalizeH="0" baseline="0" dirty="0">
                <a:ln>
                  <a:noFill/>
                </a:ln>
                <a:solidFill>
                  <a:schemeClr val="tx1"/>
                </a:solidFill>
                <a:effectLst/>
                <a:latin typeface="Arial" panose="020B0604020202020204" pitchFamily="34" charset="0"/>
              </a:rPr>
              <a:t>Existing models assume </a:t>
            </a:r>
            <a:r>
              <a:rPr kumimoji="0" lang="zh-CN" altLang="zh-CN" sz="3200" b="1" i="0" u="none" strike="noStrike" cap="none" normalizeH="0" baseline="0" dirty="0">
                <a:ln>
                  <a:noFill/>
                </a:ln>
                <a:solidFill>
                  <a:srgbClr val="FF0000"/>
                </a:solidFill>
                <a:effectLst/>
                <a:latin typeface="Arial" panose="020B0604020202020204" pitchFamily="34" charset="0"/>
              </a:rPr>
              <a:t>uniform warp </a:t>
            </a:r>
            <a:r>
              <a:rPr kumimoji="0" lang="zh-CN" altLang="zh-CN" sz="3200" b="0" i="0" u="none" strike="noStrike" cap="none" normalizeH="0" baseline="0" dirty="0">
                <a:ln>
                  <a:noFill/>
                </a:ln>
                <a:solidFill>
                  <a:schemeClr val="tx1"/>
                </a:solidFill>
                <a:effectLst/>
                <a:latin typeface="Arial" panose="020B0604020202020204" pitchFamily="34" charset="0"/>
              </a:rPr>
              <a:t>behavior</a:t>
            </a:r>
            <a:r>
              <a:rPr kumimoji="0" lang="en-US" altLang="zh-CN" sz="3200" b="0" i="0" u="none" strike="noStrike" cap="none" normalizeH="0" baseline="0" dirty="0">
                <a:ln>
                  <a:noFill/>
                </a:ln>
                <a:solidFill>
                  <a:schemeClr val="tx1"/>
                </a:solidFill>
                <a:effectLst/>
                <a:latin typeface="Arial" panose="020B0604020202020204" pitchFamily="34" charset="0"/>
              </a:rPr>
              <a:t>, leading to incorrect modeling</a:t>
            </a:r>
          </a:p>
        </p:txBody>
      </p:sp>
    </p:spTree>
    <p:extLst>
      <p:ext uri="{BB962C8B-B14F-4D97-AF65-F5344CB8AC3E}">
        <p14:creationId xmlns:p14="http://schemas.microsoft.com/office/powerpoint/2010/main" val="1438562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E9C34-5056-4F20-B71D-712732F9249C}"/>
              </a:ext>
            </a:extLst>
          </p:cNvPr>
          <p:cNvSpPr>
            <a:spLocks noGrp="1"/>
          </p:cNvSpPr>
          <p:nvPr>
            <p:ph type="title"/>
          </p:nvPr>
        </p:nvSpPr>
        <p:spPr>
          <a:xfrm>
            <a:off x="3454400" y="274638"/>
            <a:ext cx="5028000" cy="805362"/>
          </a:xfrm>
        </p:spPr>
        <p:txBody>
          <a:bodyPr>
            <a:normAutofit/>
          </a:bodyPr>
          <a:lstStyle/>
          <a:p>
            <a:r>
              <a:rPr lang="en-US" altLang="zh-CN" sz="3200" b="1">
                <a:solidFill>
                  <a:schemeClr val="accent2">
                    <a:lumMod val="75000"/>
                  </a:schemeClr>
                </a:solidFill>
              </a:rPr>
              <a:t>Summary of Limitation</a:t>
            </a:r>
            <a:endParaRPr lang="zh-CN" altLang="en-US" sz="3200" b="1"/>
          </a:p>
        </p:txBody>
      </p:sp>
      <p:sp>
        <p:nvSpPr>
          <p:cNvPr id="3" name="内容占位符 2">
            <a:extLst>
              <a:ext uri="{FF2B5EF4-FFF2-40B4-BE49-F238E27FC236}">
                <a16:creationId xmlns:a16="http://schemas.microsoft.com/office/drawing/2014/main" id="{15897D97-0D5E-47CD-A131-337108121E6B}"/>
              </a:ext>
            </a:extLst>
          </p:cNvPr>
          <p:cNvSpPr>
            <a:spLocks noGrp="1"/>
          </p:cNvSpPr>
          <p:nvPr>
            <p:ph idx="1"/>
          </p:nvPr>
        </p:nvSpPr>
        <p:spPr>
          <a:xfrm>
            <a:off x="482000" y="1463351"/>
            <a:ext cx="10972800" cy="4369130"/>
          </a:xfrm>
        </p:spPr>
        <p:txBody>
          <a:bodyPr>
            <a:noAutofit/>
          </a:bodyPr>
          <a:lstStyle/>
          <a:p>
            <a:pPr>
              <a:lnSpc>
                <a:spcPts val="6000"/>
              </a:lnSpc>
            </a:pPr>
            <a:r>
              <a:rPr lang="en-US" altLang="zh-CN" sz="3200" dirty="0"/>
              <a:t> Still inaccurate for LLMs due to tensor core behavior, launch latency and warp diversity.</a:t>
            </a:r>
          </a:p>
          <a:p>
            <a:pPr>
              <a:lnSpc>
                <a:spcPts val="6000"/>
              </a:lnSpc>
            </a:pPr>
            <a:r>
              <a:rPr lang="en-US" altLang="zh-CN" sz="3200" dirty="0"/>
              <a:t>Accurate Tensor Core Model</a:t>
            </a:r>
          </a:p>
          <a:p>
            <a:pPr>
              <a:lnSpc>
                <a:spcPts val="6000"/>
              </a:lnSpc>
            </a:pPr>
            <a:r>
              <a:rPr lang="en-US" altLang="zh-CN" sz="3200" dirty="0"/>
              <a:t>Ignored Constant Cache Miss &amp; Instruction Cache Miss</a:t>
            </a:r>
          </a:p>
          <a:p>
            <a:pPr>
              <a:lnSpc>
                <a:spcPts val="6000"/>
              </a:lnSpc>
            </a:pPr>
            <a:r>
              <a:rPr lang="en-US" altLang="zh-CN" sz="3200" dirty="0"/>
              <a:t>Warp instruction divergence</a:t>
            </a:r>
          </a:p>
        </p:txBody>
      </p:sp>
      <p:sp>
        <p:nvSpPr>
          <p:cNvPr id="4" name="日期占位符 3">
            <a:extLst>
              <a:ext uri="{FF2B5EF4-FFF2-40B4-BE49-F238E27FC236}">
                <a16:creationId xmlns:a16="http://schemas.microsoft.com/office/drawing/2014/main" id="{D46DF66B-54A1-43AD-BC70-9C1B19D62BFD}"/>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EFC0E916-1369-4745-AC1B-68044BCA5D34}"/>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2845055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A512E-3C9D-4B0D-B99D-0BEDE8767B50}"/>
              </a:ext>
            </a:extLst>
          </p:cNvPr>
          <p:cNvSpPr>
            <a:spLocks noGrp="1"/>
          </p:cNvSpPr>
          <p:nvPr>
            <p:ph type="title"/>
          </p:nvPr>
        </p:nvSpPr>
        <p:spPr>
          <a:xfrm>
            <a:off x="4281600" y="274638"/>
            <a:ext cx="2688000" cy="726162"/>
          </a:xfrm>
        </p:spPr>
        <p:txBody>
          <a:bodyPr>
            <a:noAutofit/>
          </a:bodyPr>
          <a:lstStyle/>
          <a:p>
            <a:r>
              <a:rPr lang="en-US" altLang="zh-CN" sz="4800" b="1">
                <a:solidFill>
                  <a:schemeClr val="accent2">
                    <a:lumMod val="75000"/>
                  </a:schemeClr>
                </a:solidFill>
              </a:rPr>
              <a:t>Category</a:t>
            </a:r>
            <a:endParaRPr lang="zh-CN" altLang="en-US" sz="4800" b="1"/>
          </a:p>
        </p:txBody>
      </p:sp>
      <p:sp>
        <p:nvSpPr>
          <p:cNvPr id="4" name="日期占位符 3">
            <a:extLst>
              <a:ext uri="{FF2B5EF4-FFF2-40B4-BE49-F238E27FC236}">
                <a16:creationId xmlns:a16="http://schemas.microsoft.com/office/drawing/2014/main" id="{0D88EE19-ED8A-4A52-BF2D-32A1F742AE6D}"/>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302A954B-38D3-4716-820D-6C24455D750A}"/>
              </a:ext>
            </a:extLst>
          </p:cNvPr>
          <p:cNvSpPr>
            <a:spLocks noGrp="1"/>
          </p:cNvSpPr>
          <p:nvPr>
            <p:ph type="sldNum" sz="quarter" idx="12"/>
          </p:nvPr>
        </p:nvSpPr>
        <p:spPr/>
        <p:txBody>
          <a:bodyPr/>
          <a:lstStyle/>
          <a:p>
            <a:fld id="{C1FF6DA9-008F-8B48-92A6-B652298478BF}" type="slidenum">
              <a:rPr lang="en-US" smtClean="0"/>
              <a:t>11</a:t>
            </a:fld>
            <a:endParaRPr lang="en-US"/>
          </a:p>
        </p:txBody>
      </p:sp>
      <p:sp>
        <p:nvSpPr>
          <p:cNvPr id="6" name="文本框 5">
            <a:extLst>
              <a:ext uri="{FF2B5EF4-FFF2-40B4-BE49-F238E27FC236}">
                <a16:creationId xmlns:a16="http://schemas.microsoft.com/office/drawing/2014/main" id="{2AC8FA1E-6A0D-4F1C-9355-B3D917367D20}"/>
              </a:ext>
            </a:extLst>
          </p:cNvPr>
          <p:cNvSpPr txBox="1"/>
          <p:nvPr/>
        </p:nvSpPr>
        <p:spPr>
          <a:xfrm>
            <a:off x="316800" y="1468800"/>
            <a:ext cx="11152800" cy="2578463"/>
          </a:xfrm>
          <a:prstGeom prst="rect">
            <a:avLst/>
          </a:prstGeom>
          <a:noFill/>
        </p:spPr>
        <p:txBody>
          <a:bodyPr wrap="square" rtlCol="0">
            <a:spAutoFit/>
          </a:bodyPr>
          <a:lstStyle/>
          <a:p>
            <a:pPr marL="285750" indent="-285750">
              <a:lnSpc>
                <a:spcPts val="5000"/>
              </a:lnSpc>
              <a:buFont typeface="Arial" panose="020B0604020202020204" pitchFamily="34" charset="0"/>
              <a:buChar char="•"/>
            </a:pPr>
            <a:r>
              <a:rPr lang="en-US" altLang="zh-CN" sz="2800"/>
              <a:t>Background and Motivation</a:t>
            </a:r>
          </a:p>
          <a:p>
            <a:pPr marL="285750" indent="-285750">
              <a:lnSpc>
                <a:spcPts val="5000"/>
              </a:lnSpc>
              <a:buFont typeface="Arial" panose="020B0604020202020204" pitchFamily="34" charset="0"/>
              <a:buChar char="•"/>
            </a:pPr>
            <a:r>
              <a:rPr lang="en-US" altLang="zh-CN" sz="2800"/>
              <a:t>AMALI</a:t>
            </a:r>
            <a:r>
              <a:rPr lang="zh-CN" altLang="en-US" sz="2800"/>
              <a:t>：</a:t>
            </a:r>
            <a:r>
              <a:rPr lang="en-US" altLang="zh-CN" sz="2800" b="1"/>
              <a:t>A</a:t>
            </a:r>
            <a:r>
              <a:rPr lang="en-US" altLang="zh-CN" sz="2800"/>
              <a:t>nalytical </a:t>
            </a:r>
            <a:r>
              <a:rPr lang="en-US" altLang="zh-CN" sz="2800" b="1"/>
              <a:t>M</a:t>
            </a:r>
            <a:r>
              <a:rPr lang="en-US" altLang="zh-CN" sz="2800"/>
              <a:t>odel </a:t>
            </a:r>
            <a:r>
              <a:rPr lang="en-US" altLang="zh-CN" sz="2800" b="1"/>
              <a:t>A</a:t>
            </a:r>
            <a:r>
              <a:rPr lang="en-US" altLang="zh-CN" sz="2800"/>
              <a:t>ccurate modeling </a:t>
            </a:r>
            <a:r>
              <a:rPr lang="en-US" altLang="zh-CN" sz="2800" b="1"/>
              <a:t>L</a:t>
            </a:r>
            <a:r>
              <a:rPr lang="en-US" altLang="zh-CN" sz="2800"/>
              <a:t>LM </a:t>
            </a:r>
            <a:r>
              <a:rPr lang="en-US" altLang="zh-CN" sz="2800" b="1"/>
              <a:t>I</a:t>
            </a:r>
            <a:r>
              <a:rPr lang="en-US" altLang="zh-CN" sz="2800"/>
              <a:t>nference</a:t>
            </a:r>
          </a:p>
          <a:p>
            <a:pPr marL="285750" indent="-285750">
              <a:lnSpc>
                <a:spcPts val="5000"/>
              </a:lnSpc>
              <a:buFont typeface="Arial" panose="020B0604020202020204" pitchFamily="34" charset="0"/>
              <a:buChar char="•"/>
            </a:pPr>
            <a:r>
              <a:rPr lang="en-US" altLang="zh-CN" sz="2800"/>
              <a:t>Evaluation</a:t>
            </a:r>
          </a:p>
          <a:p>
            <a:pPr marL="285750" indent="-285750">
              <a:lnSpc>
                <a:spcPts val="5000"/>
              </a:lnSpc>
              <a:buFont typeface="Arial" panose="020B0604020202020204" pitchFamily="34" charset="0"/>
              <a:buChar char="•"/>
            </a:pPr>
            <a:r>
              <a:rPr lang="en-US" altLang="zh-CN" sz="2800"/>
              <a:t>Conclusion</a:t>
            </a:r>
            <a:endParaRPr lang="zh-CN" altLang="en-US" sz="2800"/>
          </a:p>
        </p:txBody>
      </p:sp>
      <p:sp>
        <p:nvSpPr>
          <p:cNvPr id="7" name="箭头: 右 6">
            <a:extLst>
              <a:ext uri="{FF2B5EF4-FFF2-40B4-BE49-F238E27FC236}">
                <a16:creationId xmlns:a16="http://schemas.microsoft.com/office/drawing/2014/main" id="{7923D2F7-83AC-4F7C-A378-C2E63C904FBC}"/>
              </a:ext>
            </a:extLst>
          </p:cNvPr>
          <p:cNvSpPr/>
          <p:nvPr/>
        </p:nvSpPr>
        <p:spPr>
          <a:xfrm rot="10800000">
            <a:off x="10022400" y="2268431"/>
            <a:ext cx="1987200" cy="4896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7450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4000" y="324125"/>
            <a:ext cx="7784296" cy="790960"/>
          </a:xfrm>
        </p:spPr>
        <p:txBody>
          <a:bodyPr>
            <a:noAutofit/>
          </a:bodyPr>
          <a:lstStyle/>
          <a:p>
            <a:r>
              <a:rPr sz="3200" b="1">
                <a:solidFill>
                  <a:schemeClr val="accent2">
                    <a:lumMod val="75000"/>
                  </a:schemeClr>
                </a:solidFill>
              </a:rPr>
              <a:t>AMALI Overview</a:t>
            </a:r>
          </a:p>
        </p:txBody>
      </p:sp>
      <p:pic>
        <p:nvPicPr>
          <p:cNvPr id="5" name="图片 4">
            <a:extLst>
              <a:ext uri="{FF2B5EF4-FFF2-40B4-BE49-F238E27FC236}">
                <a16:creationId xmlns:a16="http://schemas.microsoft.com/office/drawing/2014/main" id="{9DB90044-1273-45F5-88F7-0F1045D4C256}"/>
              </a:ext>
            </a:extLst>
          </p:cNvPr>
          <p:cNvPicPr>
            <a:picLocks noChangeAspect="1"/>
          </p:cNvPicPr>
          <p:nvPr/>
        </p:nvPicPr>
        <p:blipFill>
          <a:blip r:embed="rId3"/>
          <a:stretch>
            <a:fillRect/>
          </a:stretch>
        </p:blipFill>
        <p:spPr>
          <a:xfrm>
            <a:off x="1399142" y="1552069"/>
            <a:ext cx="9393715" cy="4306656"/>
          </a:xfrm>
          <a:prstGeom prst="rect">
            <a:avLst/>
          </a:prstGeom>
        </p:spPr>
      </p:pic>
      <p:sp>
        <p:nvSpPr>
          <p:cNvPr id="6" name="日期占位符 5">
            <a:extLst>
              <a:ext uri="{FF2B5EF4-FFF2-40B4-BE49-F238E27FC236}">
                <a16:creationId xmlns:a16="http://schemas.microsoft.com/office/drawing/2014/main" id="{95B460BF-889E-4B70-9244-5ADC51B406F5}"/>
              </a:ext>
            </a:extLst>
          </p:cNvPr>
          <p:cNvSpPr>
            <a:spLocks noGrp="1"/>
          </p:cNvSpPr>
          <p:nvPr>
            <p:ph type="dt" sz="half" idx="10"/>
          </p:nvPr>
        </p:nvSpPr>
        <p:spPr/>
        <p:txBody>
          <a:bodyPr/>
          <a:lstStyle/>
          <a:p>
            <a:fld id="{0BCBC3B0-10DC-4CCA-A841-3767805710B5}" type="datetime1">
              <a:rPr lang="en-US" altLang="zh-CN" smtClean="0"/>
              <a:t>6/23/2025</a:t>
            </a:fld>
            <a:endParaRPr lang="en-US"/>
          </a:p>
        </p:txBody>
      </p:sp>
      <p:sp>
        <p:nvSpPr>
          <p:cNvPr id="7" name="灯片编号占位符 6">
            <a:extLst>
              <a:ext uri="{FF2B5EF4-FFF2-40B4-BE49-F238E27FC236}">
                <a16:creationId xmlns:a16="http://schemas.microsoft.com/office/drawing/2014/main" id="{A1AF5D27-9B6B-443D-8C49-CD32EAC02B10}"/>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859412-275C-4CD6-95E6-EEAAFF3CC027}"/>
              </a:ext>
            </a:extLst>
          </p:cNvPr>
          <p:cNvSpPr>
            <a:spLocks noGrp="1"/>
          </p:cNvSpPr>
          <p:nvPr>
            <p:ph type="title"/>
          </p:nvPr>
        </p:nvSpPr>
        <p:spPr>
          <a:xfrm>
            <a:off x="3540000" y="274638"/>
            <a:ext cx="4653600" cy="704562"/>
          </a:xfrm>
        </p:spPr>
        <p:txBody>
          <a:bodyPr>
            <a:normAutofit/>
          </a:bodyPr>
          <a:lstStyle/>
          <a:p>
            <a:r>
              <a:rPr lang="en-US" altLang="zh-CN" sz="3200" b="1">
                <a:solidFill>
                  <a:schemeClr val="accent2">
                    <a:lumMod val="75000"/>
                  </a:schemeClr>
                </a:solidFill>
              </a:rPr>
              <a:t>Tensor Core Modeling</a:t>
            </a:r>
            <a:endParaRPr lang="zh-CN" altLang="en-US" sz="3200" b="1"/>
          </a:p>
        </p:txBody>
      </p:sp>
      <p:sp>
        <p:nvSpPr>
          <p:cNvPr id="4" name="日期占位符 3">
            <a:extLst>
              <a:ext uri="{FF2B5EF4-FFF2-40B4-BE49-F238E27FC236}">
                <a16:creationId xmlns:a16="http://schemas.microsoft.com/office/drawing/2014/main" id="{7FC4B6B6-8DA5-4430-9A90-06C53F6AA197}"/>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BD67CEAB-77D2-4EA4-AA5D-965C2514AC25}"/>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6" name="图片 5">
            <a:extLst>
              <a:ext uri="{FF2B5EF4-FFF2-40B4-BE49-F238E27FC236}">
                <a16:creationId xmlns:a16="http://schemas.microsoft.com/office/drawing/2014/main" id="{A9D16AA6-B4A3-4EBA-A3C9-63EB1FAACC62}"/>
              </a:ext>
            </a:extLst>
          </p:cNvPr>
          <p:cNvPicPr>
            <a:picLocks noChangeAspect="1"/>
          </p:cNvPicPr>
          <p:nvPr/>
        </p:nvPicPr>
        <p:blipFill rotWithShape="1">
          <a:blip r:embed="rId3"/>
          <a:srcRect l="3191" t="24068" r="49879" b="13358"/>
          <a:stretch/>
        </p:blipFill>
        <p:spPr>
          <a:xfrm>
            <a:off x="9188203" y="1649550"/>
            <a:ext cx="2783137" cy="2557606"/>
          </a:xfrm>
          <a:prstGeom prst="rect">
            <a:avLst/>
          </a:prstGeom>
        </p:spPr>
      </p:pic>
      <p:pic>
        <p:nvPicPr>
          <p:cNvPr id="7" name="图片 6">
            <a:extLst>
              <a:ext uri="{FF2B5EF4-FFF2-40B4-BE49-F238E27FC236}">
                <a16:creationId xmlns:a16="http://schemas.microsoft.com/office/drawing/2014/main" id="{E3EE9C47-7E8A-4546-84CE-1CCE265225AC}"/>
              </a:ext>
            </a:extLst>
          </p:cNvPr>
          <p:cNvPicPr>
            <a:picLocks noChangeAspect="1"/>
          </p:cNvPicPr>
          <p:nvPr/>
        </p:nvPicPr>
        <p:blipFill rotWithShape="1">
          <a:blip r:embed="rId3"/>
          <a:srcRect r="6645" b="75111"/>
          <a:stretch/>
        </p:blipFill>
        <p:spPr>
          <a:xfrm>
            <a:off x="9188203" y="1100103"/>
            <a:ext cx="2990151" cy="549447"/>
          </a:xfrm>
          <a:prstGeom prst="rect">
            <a:avLst/>
          </a:prstGeom>
        </p:spPr>
      </p:pic>
      <p:sp>
        <p:nvSpPr>
          <p:cNvPr id="8" name="Content Placeholder 2">
            <a:extLst>
              <a:ext uri="{FF2B5EF4-FFF2-40B4-BE49-F238E27FC236}">
                <a16:creationId xmlns:a16="http://schemas.microsoft.com/office/drawing/2014/main" id="{D7F8E272-B0DD-4A14-810A-722B0894E9EC}"/>
              </a:ext>
            </a:extLst>
          </p:cNvPr>
          <p:cNvSpPr>
            <a:spLocks noGrp="1"/>
          </p:cNvSpPr>
          <p:nvPr>
            <p:ph idx="1"/>
          </p:nvPr>
        </p:nvSpPr>
        <p:spPr>
          <a:xfrm>
            <a:off x="241527" y="1125251"/>
            <a:ext cx="8691080" cy="1752199"/>
          </a:xfrm>
        </p:spPr>
        <p:txBody>
          <a:bodyPr>
            <a:normAutofit/>
          </a:bodyPr>
          <a:lstStyle/>
          <a:p>
            <a:r>
              <a:rPr lang="en-US" altLang="zh-CN" sz="2800" dirty="0"/>
              <a:t>Uses instruction modifiers </a:t>
            </a:r>
          </a:p>
          <a:p>
            <a:pPr lvl="1"/>
            <a:r>
              <a:rPr lang="en-US" altLang="zh-CN" sz="2400" dirty="0"/>
              <a:t>(e.g., HMMA.16816 vs HMMA.1688)</a:t>
            </a:r>
          </a:p>
          <a:p>
            <a:r>
              <a:rPr lang="en-US" altLang="zh-CN" sz="2800" b="1" dirty="0">
                <a:solidFill>
                  <a:srgbClr val="FF0000"/>
                </a:solidFill>
              </a:rPr>
              <a:t>Throughput-based</a:t>
            </a:r>
            <a:r>
              <a:rPr lang="en-US" altLang="zh-CN" sz="2800" dirty="0"/>
              <a:t> method improves accuracy</a:t>
            </a:r>
          </a:p>
        </p:txBody>
      </p:sp>
      <p:pic>
        <p:nvPicPr>
          <p:cNvPr id="11" name="图片 10">
            <a:extLst>
              <a:ext uri="{FF2B5EF4-FFF2-40B4-BE49-F238E27FC236}">
                <a16:creationId xmlns:a16="http://schemas.microsoft.com/office/drawing/2014/main" id="{104212AC-E63F-49EE-A6E8-8BF4CA8BE3EE}"/>
              </a:ext>
            </a:extLst>
          </p:cNvPr>
          <p:cNvPicPr>
            <a:picLocks noChangeAspect="1"/>
          </p:cNvPicPr>
          <p:nvPr/>
        </p:nvPicPr>
        <p:blipFill>
          <a:blip r:embed="rId4"/>
          <a:stretch>
            <a:fillRect/>
          </a:stretch>
        </p:blipFill>
        <p:spPr>
          <a:xfrm>
            <a:off x="7595254" y="4340103"/>
            <a:ext cx="4449214" cy="1872172"/>
          </a:xfrm>
          <a:prstGeom prst="rect">
            <a:avLst/>
          </a:prstGeom>
        </p:spPr>
      </p:pic>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BB068C9-B8A8-4306-A94C-D9AACB266E91}"/>
                  </a:ext>
                </a:extLst>
              </p:cNvPr>
              <p:cNvSpPr txBox="1"/>
              <p:nvPr/>
            </p:nvSpPr>
            <p:spPr>
              <a:xfrm>
                <a:off x="424499" y="2580016"/>
                <a:ext cx="5739520" cy="8804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sz="2800" b="1" i="1" smtClean="0"/>
                        <m:t>initiation</m:t>
                      </m:r>
                      <m:r>
                        <m:rPr>
                          <m:nor/>
                        </m:rPr>
                        <a:rPr lang="en-US" altLang="zh-CN" sz="2800" b="1" i="1" smtClean="0"/>
                        <m:t>_</m:t>
                      </m:r>
                      <m:r>
                        <m:rPr>
                          <m:nor/>
                        </m:rPr>
                        <a:rPr lang="en-US" altLang="zh-CN" sz="2800" b="1" i="1" smtClean="0"/>
                        <m:t>interval</m:t>
                      </m:r>
                      <m:r>
                        <m:rPr>
                          <m:nor/>
                        </m:rPr>
                        <a:rPr lang="en-US" altLang="zh-CN" sz="2800" b="1" i="1" smtClean="0"/>
                        <m:t>(</m:t>
                      </m:r>
                      <m:r>
                        <m:rPr>
                          <m:nor/>
                        </m:rPr>
                        <a:rPr lang="en-US" altLang="zh-CN" sz="2800" b="1" i="1" smtClean="0"/>
                        <m:t>II</m:t>
                      </m:r>
                      <m:r>
                        <m:rPr>
                          <m:nor/>
                        </m:rPr>
                        <a:rPr lang="en-US" altLang="zh-CN" sz="2800" b="1" i="1" smtClean="0"/>
                        <m:t>)</m:t>
                      </m:r>
                      <m:r>
                        <a:rPr lang="en-US" altLang="zh-CN" sz="2800" b="1" i="1" smtClean="0">
                          <a:latin typeface="Cambria Math" panose="02040503050406030204" pitchFamily="18" charset="0"/>
                        </a:rPr>
                        <m:t>=</m:t>
                      </m:r>
                      <m:f>
                        <m:fPr>
                          <m:ctrlPr>
                            <a:rPr lang="en-US" altLang="zh-CN" sz="2800" b="1" i="1" smtClean="0">
                              <a:latin typeface="Cambria Math" panose="02040503050406030204" pitchFamily="18" charset="0"/>
                            </a:rPr>
                          </m:ctrlPr>
                        </m:fPr>
                        <m:num>
                          <m:r>
                            <m:rPr>
                              <m:nor/>
                            </m:rPr>
                            <a:rPr lang="en-US" altLang="zh-CN" sz="2800" b="1" i="1"/>
                            <m:t>FMA</m:t>
                          </m:r>
                          <m:r>
                            <m:rPr>
                              <m:nor/>
                            </m:rPr>
                            <a:rPr lang="en-US" altLang="zh-CN" sz="2800" b="1" i="1"/>
                            <m:t>_</m:t>
                          </m:r>
                          <m:r>
                            <m:rPr>
                              <m:nor/>
                            </m:rPr>
                            <a:rPr lang="en-US" altLang="zh-CN" sz="2800" b="1" i="1"/>
                            <m:t>count</m:t>
                          </m:r>
                        </m:num>
                        <m:den>
                          <m:sSub>
                            <m:sSubPr>
                              <m:ctrlPr>
                                <a:rPr lang="en-US" altLang="zh-CN" sz="2800" b="1" i="1" smtClean="0">
                                  <a:latin typeface="Cambria Math" panose="02040503050406030204" pitchFamily="18" charset="0"/>
                                </a:rPr>
                              </m:ctrlPr>
                            </m:sSubPr>
                            <m:e>
                              <m:r>
                                <a:rPr lang="en-US" altLang="zh-CN" sz="2800" b="1" i="1">
                                  <a:latin typeface="Cambria Math" panose="02040503050406030204" pitchFamily="18" charset="0"/>
                                </a:rPr>
                                <m:t>𝑻𝑷</m:t>
                              </m:r>
                            </m:e>
                            <m:sub>
                              <m:r>
                                <a:rPr lang="en-US" altLang="zh-CN" sz="2800" b="1" i="1">
                                  <a:latin typeface="Cambria Math" panose="02040503050406030204" pitchFamily="18" charset="0"/>
                                </a:rPr>
                                <m:t>𝒅𝒕</m:t>
                              </m:r>
                            </m:sub>
                          </m:sSub>
                        </m:den>
                      </m:f>
                    </m:oMath>
                  </m:oMathPara>
                </a14:m>
                <a:endParaRPr lang="zh-CN" altLang="en-US" sz="2800" b="1" i="1" dirty="0"/>
              </a:p>
            </p:txBody>
          </p:sp>
        </mc:Choice>
        <mc:Fallback xmlns="">
          <p:sp>
            <p:nvSpPr>
              <p:cNvPr id="13" name="文本框 12">
                <a:extLst>
                  <a:ext uri="{FF2B5EF4-FFF2-40B4-BE49-F238E27FC236}">
                    <a16:creationId xmlns:a16="http://schemas.microsoft.com/office/drawing/2014/main" id="{0BB068C9-B8A8-4306-A94C-D9AACB266E91}"/>
                  </a:ext>
                </a:extLst>
              </p:cNvPr>
              <p:cNvSpPr txBox="1">
                <a:spLocks noRot="1" noChangeAspect="1" noMove="1" noResize="1" noEditPoints="1" noAdjustHandles="1" noChangeArrowheads="1" noChangeShapeType="1" noTextEdit="1"/>
              </p:cNvSpPr>
              <p:nvPr/>
            </p:nvSpPr>
            <p:spPr>
              <a:xfrm>
                <a:off x="424499" y="2580016"/>
                <a:ext cx="5739520" cy="880434"/>
              </a:xfrm>
              <a:prstGeom prst="rect">
                <a:avLst/>
              </a:prstGeom>
              <a:blipFill>
                <a:blip r:embed="rId5"/>
                <a:stretch>
                  <a:fillRect/>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F6B3A32C-4000-459E-8FED-D4F42FCC6057}"/>
              </a:ext>
            </a:extLst>
          </p:cNvPr>
          <p:cNvSpPr txBox="1"/>
          <p:nvPr/>
        </p:nvSpPr>
        <p:spPr>
          <a:xfrm>
            <a:off x="146111" y="3547800"/>
            <a:ext cx="9673750" cy="523220"/>
          </a:xfrm>
          <a:prstGeom prst="rect">
            <a:avLst/>
          </a:prstGeom>
          <a:noFill/>
        </p:spPr>
        <p:txBody>
          <a:bodyPr wrap="square" rtlCol="0">
            <a:spAutoFit/>
          </a:bodyPr>
          <a:lstStyle/>
          <a:p>
            <a:pPr marL="342900" indent="-342900">
              <a:buFont typeface="Arial" panose="020B0604020202020204" pitchFamily="34" charset="0"/>
              <a:buChar char="•"/>
            </a:pPr>
            <a:r>
              <a:rPr lang="en-US" altLang="zh-CN" sz="2800" dirty="0"/>
              <a:t>It also models the </a:t>
            </a:r>
            <a:r>
              <a:rPr lang="en-US" altLang="zh-CN" sz="2800" b="1" dirty="0">
                <a:solidFill>
                  <a:srgbClr val="FF0000"/>
                </a:solidFill>
              </a:rPr>
              <a:t>Latency</a:t>
            </a:r>
            <a:r>
              <a:rPr lang="en-US" altLang="zh-CN" sz="2800" dirty="0"/>
              <a:t> of single Tensor core Instruction</a:t>
            </a:r>
            <a:endParaRPr lang="zh-CN" altLang="en-US" sz="2800" dirty="0"/>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65690BD5-04BF-41E8-B7C7-CE8868FDCC10}"/>
                  </a:ext>
                </a:extLst>
              </p:cNvPr>
              <p:cNvSpPr txBox="1"/>
              <p:nvPr/>
            </p:nvSpPr>
            <p:spPr>
              <a:xfrm>
                <a:off x="424499" y="4224516"/>
                <a:ext cx="2913061"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𝑳𝒂𝒕𝒆𝒏𝒄𝒚</m:t>
                          </m:r>
                        </m:e>
                        <m:sub>
                          <m:r>
                            <a:rPr lang="en-US" altLang="zh-CN" sz="2800" b="1" i="1">
                              <a:latin typeface="Cambria Math" panose="02040503050406030204" pitchFamily="18" charset="0"/>
                            </a:rPr>
                            <m:t>𝑻𝑪</m:t>
                          </m:r>
                          <m:r>
                            <a:rPr lang="en-US" altLang="zh-CN" sz="2800" b="1" i="1">
                              <a:latin typeface="Cambria Math" panose="02040503050406030204" pitchFamily="18" charset="0"/>
                            </a:rPr>
                            <m:t> </m:t>
                          </m:r>
                        </m:sub>
                      </m:sSub>
                      <m:r>
                        <a:rPr lang="en-US" altLang="zh-CN" sz="2800" b="1" i="1">
                          <a:latin typeface="Cambria Math" panose="02040503050406030204" pitchFamily="18" charset="0"/>
                        </a:rPr>
                        <m:t>=</m:t>
                      </m:r>
                      <m:sSub>
                        <m:sSubPr>
                          <m:ctrlPr>
                            <a:rPr lang="en-US" altLang="zh-CN" sz="2800" b="1" i="1">
                              <a:latin typeface="Cambria Math" panose="02040503050406030204" pitchFamily="18" charset="0"/>
                            </a:rPr>
                          </m:ctrlPr>
                        </m:sSubPr>
                        <m:e>
                          <m:r>
                            <a:rPr lang="en-US" altLang="zh-CN" sz="2800" b="1" i="1">
                              <a:latin typeface="Cambria Math" panose="02040503050406030204" pitchFamily="18" charset="0"/>
                            </a:rPr>
                            <m:t>𝑰𝑰</m:t>
                          </m:r>
                        </m:e>
                        <m:sub>
                          <m:r>
                            <a:rPr lang="en-US" altLang="zh-CN" sz="2800" b="1" i="1">
                              <a:latin typeface="Cambria Math" panose="02040503050406030204" pitchFamily="18" charset="0"/>
                            </a:rPr>
                            <m:t>𝑻𝑪</m:t>
                          </m:r>
                        </m:sub>
                      </m:sSub>
                    </m:oMath>
                  </m:oMathPara>
                </a14:m>
                <a:endParaRPr lang="zh-CN" altLang="en-US" sz="2800" b="1" dirty="0"/>
              </a:p>
            </p:txBody>
          </p:sp>
        </mc:Choice>
        <mc:Fallback xmlns="">
          <p:sp>
            <p:nvSpPr>
              <p:cNvPr id="12" name="文本框 11">
                <a:extLst>
                  <a:ext uri="{FF2B5EF4-FFF2-40B4-BE49-F238E27FC236}">
                    <a16:creationId xmlns:a16="http://schemas.microsoft.com/office/drawing/2014/main" id="{65690BD5-04BF-41E8-B7C7-CE8868FDCC10}"/>
                  </a:ext>
                </a:extLst>
              </p:cNvPr>
              <p:cNvSpPr txBox="1">
                <a:spLocks noRot="1" noChangeAspect="1" noMove="1" noResize="1" noEditPoints="1" noAdjustHandles="1" noChangeArrowheads="1" noChangeShapeType="1" noTextEdit="1"/>
              </p:cNvSpPr>
              <p:nvPr/>
            </p:nvSpPr>
            <p:spPr>
              <a:xfrm>
                <a:off x="424499" y="4224516"/>
                <a:ext cx="2913061" cy="430887"/>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79219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75" y="345147"/>
            <a:ext cx="10668000" cy="745863"/>
          </a:xfrm>
        </p:spPr>
        <p:txBody>
          <a:bodyPr>
            <a:noAutofit/>
          </a:bodyPr>
          <a:lstStyle/>
          <a:p>
            <a:r>
              <a:rPr lang="en-US" sz="3200" b="1" dirty="0">
                <a:solidFill>
                  <a:schemeClr val="accent2">
                    <a:lumMod val="75000"/>
                  </a:schemeClr>
                </a:solidFill>
              </a:rPr>
              <a:t>Kernel </a:t>
            </a:r>
            <a:r>
              <a:rPr sz="3200" b="1" dirty="0">
                <a:solidFill>
                  <a:schemeClr val="accent2">
                    <a:lumMod val="75000"/>
                  </a:schemeClr>
                </a:solidFill>
              </a:rPr>
              <a:t>Launch Latency</a:t>
            </a:r>
            <a:r>
              <a:rPr lang="en-US" sz="3200" b="1" dirty="0">
                <a:solidFill>
                  <a:schemeClr val="accent2">
                    <a:lumMod val="75000"/>
                  </a:schemeClr>
                </a:solidFill>
              </a:rPr>
              <a:t> and Instruction Divergence</a:t>
            </a:r>
            <a:endParaRPr sz="3200" b="1" dirty="0">
              <a:solidFill>
                <a:schemeClr val="accent2">
                  <a:lumMod val="75000"/>
                </a:schemeClr>
              </a:solidFill>
            </a:endParaRPr>
          </a:p>
        </p:txBody>
      </p:sp>
      <p:sp>
        <p:nvSpPr>
          <p:cNvPr id="7" name="日期占位符 6">
            <a:extLst>
              <a:ext uri="{FF2B5EF4-FFF2-40B4-BE49-F238E27FC236}">
                <a16:creationId xmlns:a16="http://schemas.microsoft.com/office/drawing/2014/main" id="{B1C4B157-EF70-489B-9E2C-043B6551BEF9}"/>
              </a:ext>
            </a:extLst>
          </p:cNvPr>
          <p:cNvSpPr>
            <a:spLocks noGrp="1"/>
          </p:cNvSpPr>
          <p:nvPr>
            <p:ph type="dt" sz="half" idx="10"/>
          </p:nvPr>
        </p:nvSpPr>
        <p:spPr/>
        <p:txBody>
          <a:bodyPr/>
          <a:lstStyle/>
          <a:p>
            <a:fld id="{91634523-6375-454C-9EA0-4CFF451B0AEC}" type="datetime1">
              <a:rPr lang="en-US" altLang="zh-CN" smtClean="0"/>
              <a:t>6/23/2025</a:t>
            </a:fld>
            <a:endParaRPr lang="en-US"/>
          </a:p>
        </p:txBody>
      </p:sp>
      <p:sp>
        <p:nvSpPr>
          <p:cNvPr id="8" name="灯片编号占位符 7">
            <a:extLst>
              <a:ext uri="{FF2B5EF4-FFF2-40B4-BE49-F238E27FC236}">
                <a16:creationId xmlns:a16="http://schemas.microsoft.com/office/drawing/2014/main" id="{0389F408-3893-4859-A2DB-99A2B831F51F}"/>
              </a:ext>
            </a:extLst>
          </p:cNvPr>
          <p:cNvSpPr>
            <a:spLocks noGrp="1"/>
          </p:cNvSpPr>
          <p:nvPr>
            <p:ph type="sldNum" sz="quarter" idx="12"/>
          </p:nvPr>
        </p:nvSpPr>
        <p:spPr/>
        <p:txBody>
          <a:bodyPr/>
          <a:lstStyle/>
          <a:p>
            <a:fld id="{C1FF6DA9-008F-8B48-92A6-B652298478BF}" type="slidenum">
              <a:rPr lang="en-US" smtClean="0"/>
              <a:t>14</a:t>
            </a:fld>
            <a:endParaRPr lang="en-US"/>
          </a:p>
        </p:txBody>
      </p:sp>
      <p:pic>
        <p:nvPicPr>
          <p:cNvPr id="10" name="图片 9">
            <a:extLst>
              <a:ext uri="{FF2B5EF4-FFF2-40B4-BE49-F238E27FC236}">
                <a16:creationId xmlns:a16="http://schemas.microsoft.com/office/drawing/2014/main" id="{5CA6CD45-5F5F-481E-8053-F61FC0851716}"/>
              </a:ext>
            </a:extLst>
          </p:cNvPr>
          <p:cNvPicPr>
            <a:picLocks noChangeAspect="1"/>
          </p:cNvPicPr>
          <p:nvPr/>
        </p:nvPicPr>
        <p:blipFill>
          <a:blip r:embed="rId3"/>
          <a:stretch>
            <a:fillRect/>
          </a:stretch>
        </p:blipFill>
        <p:spPr>
          <a:xfrm>
            <a:off x="7281988" y="1020640"/>
            <a:ext cx="4379340" cy="2534929"/>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A9872442-BEFE-4B88-A7A3-BD9BDA8C6907}"/>
                  </a:ext>
                </a:extLst>
              </p:cNvPr>
              <p:cNvSpPr txBox="1"/>
              <p:nvPr/>
            </p:nvSpPr>
            <p:spPr>
              <a:xfrm>
                <a:off x="464075" y="3124682"/>
                <a:ext cx="2265941" cy="430887"/>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m:rPr>
                          <m:nor/>
                        </m:rPr>
                        <a:rPr lang="zh-CN" altLang="en-US" sz="2800" b="1" dirty="0" smtClean="0"/>
                        <m:t>𝐾𝐿𝐿</m:t>
                      </m:r>
                      <m:r>
                        <m:rPr>
                          <m:nor/>
                        </m:rPr>
                        <a:rPr lang="zh-CN" altLang="en-US" sz="2800" b="1" dirty="0" smtClean="0"/>
                        <m:t> </m:t>
                      </m:r>
                      <m:r>
                        <m:rPr>
                          <m:nor/>
                        </m:rPr>
                        <a:rPr lang="en-US" altLang="zh-CN" sz="2800" b="1" dirty="0" smtClean="0"/>
                        <m:t>=</m:t>
                      </m:r>
                      <m:r>
                        <m:rPr>
                          <m:nor/>
                        </m:rPr>
                        <a:rPr lang="zh-CN" altLang="en-US" sz="2800" b="1" dirty="0" smtClean="0"/>
                        <m:t>𝑠</m:t>
                      </m:r>
                      <m:r>
                        <m:rPr>
                          <m:nor/>
                        </m:rPr>
                        <a:rPr lang="zh-CN" altLang="en-US" sz="2800" b="1" dirty="0" smtClean="0"/>
                        <m:t> </m:t>
                      </m:r>
                      <m:r>
                        <m:rPr>
                          <m:nor/>
                        </m:rPr>
                        <a:rPr lang="en-US" altLang="zh-CN" sz="2800" b="1" dirty="0" smtClean="0"/>
                        <m:t>·</m:t>
                      </m:r>
                      <m:r>
                        <m:rPr>
                          <m:nor/>
                        </m:rPr>
                        <a:rPr lang="zh-CN" altLang="en-US" sz="2800" b="1" dirty="0" smtClean="0"/>
                        <m:t>𝐺𝑆</m:t>
                      </m:r>
                      <m:r>
                        <m:rPr>
                          <m:nor/>
                        </m:rPr>
                        <a:rPr lang="zh-CN" altLang="en-US" sz="2800" b="1" dirty="0" smtClean="0"/>
                        <m:t> </m:t>
                      </m:r>
                      <m:r>
                        <m:rPr>
                          <m:nor/>
                        </m:rPr>
                        <a:rPr lang="en-US" altLang="zh-CN" sz="2800" b="1" dirty="0" smtClean="0"/>
                        <m:t>+</m:t>
                      </m:r>
                      <m:r>
                        <m:rPr>
                          <m:nor/>
                        </m:rPr>
                        <a:rPr lang="en-US" altLang="zh-CN" sz="2800" b="1" dirty="0" smtClean="0"/>
                        <m:t>k</m:t>
                      </m:r>
                    </m:oMath>
                  </m:oMathPara>
                </a14:m>
                <a:endParaRPr lang="en-US" altLang="zh-CN" sz="2800" b="1" dirty="0"/>
              </a:p>
            </p:txBody>
          </p:sp>
        </mc:Choice>
        <mc:Fallback xmlns="">
          <p:sp>
            <p:nvSpPr>
              <p:cNvPr id="9" name="文本框 8">
                <a:extLst>
                  <a:ext uri="{FF2B5EF4-FFF2-40B4-BE49-F238E27FC236}">
                    <a16:creationId xmlns:a16="http://schemas.microsoft.com/office/drawing/2014/main" id="{A9872442-BEFE-4B88-A7A3-BD9BDA8C6907}"/>
                  </a:ext>
                </a:extLst>
              </p:cNvPr>
              <p:cNvSpPr txBox="1">
                <a:spLocks noRot="1" noChangeAspect="1" noMove="1" noResize="1" noEditPoints="1" noAdjustHandles="1" noChangeArrowheads="1" noChangeShapeType="1" noTextEdit="1"/>
              </p:cNvSpPr>
              <p:nvPr/>
            </p:nvSpPr>
            <p:spPr>
              <a:xfrm>
                <a:off x="464075" y="3124682"/>
                <a:ext cx="2265941" cy="430887"/>
              </a:xfrm>
              <a:prstGeom prst="rect">
                <a:avLst/>
              </a:prstGeom>
              <a:blipFill>
                <a:blip r:embed="rId4"/>
                <a:stretch>
                  <a:fillRect/>
                </a:stretch>
              </a:blipFill>
            </p:spPr>
            <p:txBody>
              <a:bodyPr/>
              <a:lstStyle/>
              <a:p>
                <a:r>
                  <a:rPr lang="zh-CN" altLang="en-US">
                    <a:noFill/>
                  </a:rPr>
                  <a:t> </a:t>
                </a:r>
              </a:p>
            </p:txBody>
          </p:sp>
        </mc:Fallback>
      </mc:AlternateContent>
      <p:sp>
        <p:nvSpPr>
          <p:cNvPr id="5" name="Content Placeholder 2">
            <a:extLst>
              <a:ext uri="{FF2B5EF4-FFF2-40B4-BE49-F238E27FC236}">
                <a16:creationId xmlns:a16="http://schemas.microsoft.com/office/drawing/2014/main" id="{5A2194E5-11DA-D976-357F-0B45BFADFF44}"/>
              </a:ext>
            </a:extLst>
          </p:cNvPr>
          <p:cNvSpPr txBox="1">
            <a:spLocks/>
          </p:cNvSpPr>
          <p:nvPr/>
        </p:nvSpPr>
        <p:spPr>
          <a:xfrm>
            <a:off x="41039" y="4266816"/>
            <a:ext cx="7118342" cy="946498"/>
          </a:xfrm>
          <a:prstGeom prst="rect">
            <a:avLst/>
          </a:prstGeom>
        </p:spPr>
        <p:txBody>
          <a:bodyPr vert="horz" lIns="91440" tIns="45720" rIns="91440" bIns="45720" rtlCol="0">
            <a:normAutofit/>
          </a:bodyPr>
          <a:lst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pPr>
              <a:lnSpc>
                <a:spcPct val="110000"/>
              </a:lnSpc>
            </a:pPr>
            <a:r>
              <a:rPr lang="en-US" altLang="zh-CN" dirty="0"/>
              <a:t>LLM kernels show high warp instruction variability</a:t>
            </a:r>
          </a:p>
          <a:p>
            <a:pPr>
              <a:lnSpc>
                <a:spcPct val="110000"/>
              </a:lnSpc>
            </a:pPr>
            <a:r>
              <a:rPr lang="en-US" altLang="zh-CN" dirty="0"/>
              <a:t>AMALI models instruction divergence explicitly</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8F120877-6590-9149-8E81-AB926CCFDC95}"/>
                  </a:ext>
                </a:extLst>
              </p:cNvPr>
              <p:cNvSpPr txBox="1"/>
              <p:nvPr/>
            </p:nvSpPr>
            <p:spPr>
              <a:xfrm>
                <a:off x="464075" y="5359276"/>
                <a:ext cx="6554274" cy="468333"/>
              </a:xfrm>
              <a:prstGeom prst="rect">
                <a:avLst/>
              </a:prstGeom>
              <a:noFill/>
            </p:spPr>
            <p:txBody>
              <a:bodyPr wrap="square">
                <a:spAutoFit/>
              </a:bodyPr>
              <a:lstStyle/>
              <a:p>
                <a:r>
                  <a:rPr lang="zh-CN" altLang="en-US" sz="2000" b="1" dirty="0">
                    <a:solidFill>
                      <a:schemeClr val="tx1"/>
                    </a:solidFill>
                  </a:rPr>
                  <a:t>𝐼𝐷 </a:t>
                </a:r>
                <a:r>
                  <a:rPr lang="en-US" altLang="zh-CN" sz="2000" b="1" dirty="0">
                    <a:solidFill>
                      <a:schemeClr val="tx1"/>
                    </a:solidFill>
                  </a:rPr>
                  <a:t>= (</a:t>
                </a:r>
                <a:r>
                  <a:rPr lang="en-US" altLang="zh-CN" sz="2000" b="1" dirty="0" err="1">
                    <a:solidFill>
                      <a:schemeClr val="tx1"/>
                    </a:solidFill>
                  </a:rPr>
                  <a:t>max_sub-core_Instr</a:t>
                </a:r>
                <a:r>
                  <a:rPr lang="en-US" altLang="zh-CN" sz="2000" b="1" dirty="0">
                    <a:solidFill>
                      <a:schemeClr val="tx1"/>
                    </a:solidFill>
                  </a:rPr>
                  <a:t> − </a:t>
                </a:r>
                <a14:m>
                  <m:oMath xmlns:m="http://schemas.openxmlformats.org/officeDocument/2006/math">
                    <m:sSub>
                      <m:sSubPr>
                        <m:ctrlPr>
                          <a:rPr lang="en-US" altLang="zh-CN" sz="2000" b="1" i="1" smtClean="0">
                            <a:solidFill>
                              <a:schemeClr val="tx1"/>
                            </a:solidFill>
                            <a:latin typeface="Cambria Math" panose="02040503050406030204" pitchFamily="18" charset="0"/>
                          </a:rPr>
                        </m:ctrlPr>
                      </m:sSubPr>
                      <m:e>
                        <m:r>
                          <a:rPr lang="en-US" altLang="zh-CN" sz="2000" b="1" i="1" smtClean="0">
                            <a:solidFill>
                              <a:schemeClr val="tx1"/>
                            </a:solidFill>
                            <a:latin typeface="Cambria Math" panose="02040503050406030204" pitchFamily="18" charset="0"/>
                          </a:rPr>
                          <m:t>𝑰</m:t>
                        </m:r>
                      </m:e>
                      <m:sub>
                        <m:r>
                          <m:rPr>
                            <m:nor/>
                          </m:rPr>
                          <a:rPr lang="zh-CN" altLang="en-US" sz="2000" b="1" dirty="0">
                            <a:solidFill>
                              <a:schemeClr val="tx1"/>
                            </a:solidFill>
                          </a:rPr>
                          <m:t>𝑆𝐶</m:t>
                        </m:r>
                        <m:r>
                          <m:rPr>
                            <m:nor/>
                          </m:rPr>
                          <a:rPr lang="en-US" altLang="zh-CN" sz="2000" b="1" dirty="0">
                            <a:solidFill>
                              <a:schemeClr val="tx1"/>
                            </a:solidFill>
                          </a:rPr>
                          <m:t>_</m:t>
                        </m:r>
                        <m:r>
                          <m:rPr>
                            <m:nor/>
                          </m:rPr>
                          <a:rPr lang="zh-CN" altLang="en-US" sz="2000" b="1" dirty="0">
                            <a:solidFill>
                              <a:schemeClr val="tx1"/>
                            </a:solidFill>
                          </a:rPr>
                          <m:t>𝑅𝑒𝑝𝑟</m:t>
                        </m:r>
                        <m:r>
                          <m:rPr>
                            <m:nor/>
                          </m:rPr>
                          <a:rPr lang="en-US" altLang="zh-CN" sz="2000" b="1" dirty="0">
                            <a:solidFill>
                              <a:schemeClr val="tx1"/>
                            </a:solidFill>
                          </a:rPr>
                          <m:t>.</m:t>
                        </m:r>
                        <m:r>
                          <m:rPr>
                            <m:nor/>
                          </m:rPr>
                          <a:rPr lang="zh-CN" altLang="en-US" sz="2000" b="1" dirty="0">
                            <a:solidFill>
                              <a:schemeClr val="tx1"/>
                            </a:solidFill>
                          </a:rPr>
                          <m:t>𝑤𝑎𝑟𝑝</m:t>
                        </m:r>
                      </m:sub>
                    </m:sSub>
                  </m:oMath>
                </a14:m>
                <a:r>
                  <a:rPr lang="en-US" altLang="zh-CN" sz="2000" b="1" dirty="0">
                    <a:solidFill>
                      <a:schemeClr val="tx1"/>
                    </a:solidFill>
                  </a:rPr>
                  <a:t>)/</a:t>
                </a:r>
                <a:r>
                  <a:rPr lang="zh-CN" altLang="en-US" sz="2000" b="1" dirty="0">
                    <a:solidFill>
                      <a:schemeClr val="tx1"/>
                    </a:solidFill>
                  </a:rPr>
                  <a:t>𝐼𝑠𝑠𝑢𝑒𝑅𝑎𝑡𝑒 </a:t>
                </a:r>
              </a:p>
            </p:txBody>
          </p:sp>
        </mc:Choice>
        <mc:Fallback xmlns="">
          <p:sp>
            <p:nvSpPr>
              <p:cNvPr id="11" name="文本框 10">
                <a:extLst>
                  <a:ext uri="{FF2B5EF4-FFF2-40B4-BE49-F238E27FC236}">
                    <a16:creationId xmlns:a16="http://schemas.microsoft.com/office/drawing/2014/main" id="{8F120877-6590-9149-8E81-AB926CCFDC95}"/>
                  </a:ext>
                </a:extLst>
              </p:cNvPr>
              <p:cNvSpPr txBox="1">
                <a:spLocks noRot="1" noChangeAspect="1" noMove="1" noResize="1" noEditPoints="1" noAdjustHandles="1" noChangeArrowheads="1" noChangeShapeType="1" noTextEdit="1"/>
              </p:cNvSpPr>
              <p:nvPr/>
            </p:nvSpPr>
            <p:spPr>
              <a:xfrm>
                <a:off x="464075" y="5359276"/>
                <a:ext cx="6554274" cy="468333"/>
              </a:xfrm>
              <a:prstGeom prst="rect">
                <a:avLst/>
              </a:prstGeom>
              <a:blipFill>
                <a:blip r:embed="rId5"/>
                <a:stretch>
                  <a:fillRect l="-930" t="-7792" b="-90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9069628-5C11-4102-944D-E93BB42BE5F5}"/>
                  </a:ext>
                </a:extLst>
              </p:cNvPr>
              <p:cNvSpPr txBox="1"/>
              <p:nvPr/>
            </p:nvSpPr>
            <p:spPr>
              <a:xfrm>
                <a:off x="236539" y="3471776"/>
                <a:ext cx="4379339" cy="5329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sz="2800" b="1" dirty="0" smtClean="0"/>
                        <m:t>𝑠</m:t>
                      </m:r>
                      <m:r>
                        <m:rPr>
                          <m:nor/>
                        </m:rPr>
                        <a:rPr lang="zh-CN" altLang="en-US" sz="2800" b="1" dirty="0" smtClean="0"/>
                        <m:t> </m:t>
                      </m:r>
                      <m:r>
                        <m:rPr>
                          <m:nor/>
                        </m:rPr>
                        <a:rPr lang="en-US" altLang="zh-CN" sz="2800" b="1" dirty="0" smtClean="0"/>
                        <m:t>=</m:t>
                      </m:r>
                      <m:r>
                        <m:rPr>
                          <m:nor/>
                        </m:rPr>
                        <a:rPr lang="zh-CN" altLang="en-US" sz="2800" b="1" dirty="0" smtClean="0"/>
                        <m:t>𝛼</m:t>
                      </m:r>
                      <m:r>
                        <m:rPr>
                          <m:nor/>
                        </m:rPr>
                        <a:rPr lang="zh-CN" altLang="en-US" sz="2800" b="1" dirty="0" smtClean="0"/>
                        <m:t> </m:t>
                      </m:r>
                      <m:r>
                        <m:rPr>
                          <m:nor/>
                        </m:rPr>
                        <a:rPr lang="en-US" altLang="zh-CN" sz="2800" b="1" dirty="0" smtClean="0"/>
                        <m:t>· </m:t>
                      </m:r>
                      <m:sSup>
                        <m:sSupPr>
                          <m:ctrlPr>
                            <a:rPr lang="en-US" altLang="zh-CN" sz="2800" b="1" i="1" dirty="0" smtClean="0">
                              <a:latin typeface="Cambria Math" panose="02040503050406030204" pitchFamily="18" charset="0"/>
                            </a:rPr>
                          </m:ctrlPr>
                        </m:sSupPr>
                        <m:e>
                          <m:r>
                            <a:rPr lang="en-US" altLang="zh-CN" sz="2800" b="1" i="1" dirty="0" smtClean="0">
                              <a:latin typeface="Cambria Math" panose="02040503050406030204" pitchFamily="18" charset="0"/>
                            </a:rPr>
                            <m:t>(</m:t>
                          </m:r>
                          <m:r>
                            <a:rPr lang="en-US" altLang="zh-CN" sz="2800" b="1" i="1" dirty="0" smtClean="0">
                              <a:latin typeface="Cambria Math" panose="02040503050406030204" pitchFamily="18" charset="0"/>
                            </a:rPr>
                            <m:t>𝑩𝑺</m:t>
                          </m:r>
                          <m:r>
                            <a:rPr lang="en-US" altLang="zh-CN" sz="2800" b="1" i="1" dirty="0" smtClean="0">
                              <a:latin typeface="Cambria Math" panose="02040503050406030204" pitchFamily="18" charset="0"/>
                            </a:rPr>
                            <m:t>)</m:t>
                          </m:r>
                        </m:e>
                        <m:sup>
                          <m:r>
                            <a:rPr lang="en-US" altLang="zh-CN" sz="2800" b="1" i="1" dirty="0" smtClean="0">
                              <a:latin typeface="Cambria Math" panose="02040503050406030204" pitchFamily="18" charset="0"/>
                            </a:rPr>
                            <m:t>𝟐</m:t>
                          </m:r>
                        </m:sup>
                      </m:sSup>
                      <m:r>
                        <m:rPr>
                          <m:nor/>
                        </m:rPr>
                        <a:rPr lang="en-US" altLang="zh-CN" sz="2800" b="1" dirty="0"/>
                        <m:t> +</m:t>
                      </m:r>
                      <m:r>
                        <m:rPr>
                          <m:nor/>
                        </m:rPr>
                        <a:rPr lang="zh-CN" altLang="en-US" sz="2800" b="1" dirty="0"/>
                        <m:t>𝛽</m:t>
                      </m:r>
                      <m:r>
                        <m:rPr>
                          <m:nor/>
                        </m:rPr>
                        <a:rPr lang="zh-CN" altLang="en-US" sz="2800" b="1" dirty="0"/>
                        <m:t> </m:t>
                      </m:r>
                      <m:r>
                        <m:rPr>
                          <m:nor/>
                        </m:rPr>
                        <a:rPr lang="en-US" altLang="zh-CN" sz="2800" b="1" dirty="0"/>
                        <m:t>· (</m:t>
                      </m:r>
                      <m:r>
                        <m:rPr>
                          <m:nor/>
                        </m:rPr>
                        <a:rPr lang="zh-CN" altLang="en-US" sz="2800" b="1" dirty="0"/>
                        <m:t>𝐵𝑆</m:t>
                      </m:r>
                      <m:r>
                        <m:rPr>
                          <m:nor/>
                        </m:rPr>
                        <a:rPr lang="en-US" altLang="zh-CN" sz="2800" b="1" dirty="0"/>
                        <m:t>) +</m:t>
                      </m:r>
                      <m:r>
                        <m:rPr>
                          <m:nor/>
                        </m:rPr>
                        <a:rPr lang="en-US" altLang="zh-CN" sz="2800" b="1" dirty="0"/>
                        <m:t>γ</m:t>
                      </m:r>
                    </m:oMath>
                  </m:oMathPara>
                </a14:m>
                <a:endParaRPr lang="zh-CN" altLang="en-US" sz="2800" b="1" dirty="0"/>
              </a:p>
            </p:txBody>
          </p:sp>
        </mc:Choice>
        <mc:Fallback xmlns="">
          <p:sp>
            <p:nvSpPr>
              <p:cNvPr id="12" name="文本框 11">
                <a:extLst>
                  <a:ext uri="{FF2B5EF4-FFF2-40B4-BE49-F238E27FC236}">
                    <a16:creationId xmlns:a16="http://schemas.microsoft.com/office/drawing/2014/main" id="{B9069628-5C11-4102-944D-E93BB42BE5F5}"/>
                  </a:ext>
                </a:extLst>
              </p:cNvPr>
              <p:cNvSpPr txBox="1">
                <a:spLocks noRot="1" noChangeAspect="1" noMove="1" noResize="1" noEditPoints="1" noAdjustHandles="1" noChangeArrowheads="1" noChangeShapeType="1" noTextEdit="1"/>
              </p:cNvSpPr>
              <p:nvPr/>
            </p:nvSpPr>
            <p:spPr>
              <a:xfrm>
                <a:off x="236539" y="3471776"/>
                <a:ext cx="4379339" cy="532966"/>
              </a:xfrm>
              <a:prstGeom prst="rect">
                <a:avLst/>
              </a:prstGeom>
              <a:blipFill>
                <a:blip r:embed="rId6"/>
                <a:stretch>
                  <a:fillRect/>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EB00B613-913E-4D6C-8A1B-96685A7F79FD}"/>
              </a:ext>
            </a:extLst>
          </p:cNvPr>
          <p:cNvSpPr txBox="1"/>
          <p:nvPr/>
        </p:nvSpPr>
        <p:spPr>
          <a:xfrm>
            <a:off x="41039" y="1264557"/>
            <a:ext cx="7013413" cy="175432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t>Kernel Launch Latency (KLL) </a:t>
            </a:r>
          </a:p>
          <a:p>
            <a:pPr marL="800100" lvl="1" indent="-342900">
              <a:buFont typeface="Arial" panose="020B0604020202020204" pitchFamily="34" charset="0"/>
              <a:buChar char="•"/>
            </a:pPr>
            <a:r>
              <a:rPr lang="en-US" altLang="zh-CN" dirty="0"/>
              <a:t>models cache-related stalls, </a:t>
            </a:r>
          </a:p>
          <a:p>
            <a:pPr marL="800100" lvl="1" indent="-342900">
              <a:buFont typeface="Arial" panose="020B0604020202020204" pitchFamily="34" charset="0"/>
              <a:buChar char="•"/>
            </a:pPr>
            <a:r>
              <a:rPr lang="en-US" altLang="zh-CN" dirty="0"/>
              <a:t>accounts for implicit constant memory and instruction cache</a:t>
            </a:r>
            <a:endParaRPr lang="en-US" altLang="zh-CN" sz="2400" dirty="0"/>
          </a:p>
          <a:p>
            <a:pPr marL="342900" indent="-342900">
              <a:buFont typeface="Arial" panose="020B0604020202020204" pitchFamily="34" charset="0"/>
              <a:buChar char="•"/>
            </a:pPr>
            <a:r>
              <a:rPr lang="en-US" altLang="zh-CN" sz="2400" dirty="0"/>
              <a:t>Based on microbenchmark, modeling KLL corresponding to grid size (GS) and block size (BS)</a:t>
            </a:r>
            <a:endParaRPr lang="zh-CN" altLang="en-US" sz="2400" dirty="0"/>
          </a:p>
        </p:txBody>
      </p:sp>
      <p:pic>
        <p:nvPicPr>
          <p:cNvPr id="14" name="图片 13">
            <a:extLst>
              <a:ext uri="{FF2B5EF4-FFF2-40B4-BE49-F238E27FC236}">
                <a16:creationId xmlns:a16="http://schemas.microsoft.com/office/drawing/2014/main" id="{5B1C48B2-25F1-48F5-BFC5-69D2D3FE72AF}"/>
              </a:ext>
            </a:extLst>
          </p:cNvPr>
          <p:cNvPicPr>
            <a:picLocks noChangeAspect="1"/>
          </p:cNvPicPr>
          <p:nvPr/>
        </p:nvPicPr>
        <p:blipFill>
          <a:blip r:embed="rId7"/>
          <a:stretch>
            <a:fillRect/>
          </a:stretch>
        </p:blipFill>
        <p:spPr>
          <a:xfrm>
            <a:off x="7281988" y="3747500"/>
            <a:ext cx="4177794" cy="260885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E87DA1-AAC9-4968-9FF0-4D12D6EEA87B}"/>
              </a:ext>
            </a:extLst>
          </p:cNvPr>
          <p:cNvSpPr>
            <a:spLocks noGrp="1"/>
          </p:cNvSpPr>
          <p:nvPr>
            <p:ph type="title"/>
          </p:nvPr>
        </p:nvSpPr>
        <p:spPr>
          <a:xfrm>
            <a:off x="4046400" y="673583"/>
            <a:ext cx="3470317" cy="605657"/>
          </a:xfrm>
        </p:spPr>
        <p:txBody>
          <a:bodyPr>
            <a:noAutofit/>
          </a:bodyPr>
          <a:lstStyle/>
          <a:p>
            <a:pPr algn="l"/>
            <a:r>
              <a:rPr lang="en-US" altLang="zh-CN" sz="3200" b="1" dirty="0">
                <a:solidFill>
                  <a:schemeClr val="accent2">
                    <a:lumMod val="75000"/>
                  </a:schemeClr>
                </a:solidFill>
              </a:rPr>
              <a:t>Highlight AMALI</a:t>
            </a:r>
            <a:endParaRPr lang="zh-CN" altLang="en-US" sz="3200" b="1" dirty="0">
              <a:solidFill>
                <a:schemeClr val="accent2">
                  <a:lumMod val="75000"/>
                </a:schemeClr>
              </a:solidFill>
            </a:endParaRPr>
          </a:p>
        </p:txBody>
      </p:sp>
      <p:sp>
        <p:nvSpPr>
          <p:cNvPr id="4" name="日期占位符 3">
            <a:extLst>
              <a:ext uri="{FF2B5EF4-FFF2-40B4-BE49-F238E27FC236}">
                <a16:creationId xmlns:a16="http://schemas.microsoft.com/office/drawing/2014/main" id="{0519E731-97BD-4A31-8426-CB85D759CB10}"/>
              </a:ext>
            </a:extLst>
          </p:cNvPr>
          <p:cNvSpPr>
            <a:spLocks noGrp="1"/>
          </p:cNvSpPr>
          <p:nvPr>
            <p:ph type="dt" sz="half" idx="10"/>
          </p:nvPr>
        </p:nvSpPr>
        <p:spPr/>
        <p:txBody>
          <a:bodyPr/>
          <a:lstStyle/>
          <a:p>
            <a:fld id="{2986FD4F-1EFB-46D9-B05E-D002F7B79898}" type="datetime1">
              <a:rPr lang="en-US" altLang="zh-CN" smtClean="0"/>
              <a:t>6/23/2025</a:t>
            </a:fld>
            <a:endParaRPr lang="en-US"/>
          </a:p>
        </p:txBody>
      </p:sp>
      <p:sp>
        <p:nvSpPr>
          <p:cNvPr id="5" name="灯片编号占位符 4">
            <a:extLst>
              <a:ext uri="{FF2B5EF4-FFF2-40B4-BE49-F238E27FC236}">
                <a16:creationId xmlns:a16="http://schemas.microsoft.com/office/drawing/2014/main" id="{D9106996-17B8-4252-A8DA-6EB7AA59B1AE}"/>
              </a:ext>
            </a:extLst>
          </p:cNvPr>
          <p:cNvSpPr>
            <a:spLocks noGrp="1"/>
          </p:cNvSpPr>
          <p:nvPr>
            <p:ph type="sldNum" sz="quarter" idx="12"/>
          </p:nvPr>
        </p:nvSpPr>
        <p:spPr/>
        <p:txBody>
          <a:bodyPr/>
          <a:lstStyle/>
          <a:p>
            <a:fld id="{C1FF6DA9-008F-8B48-92A6-B652298478BF}" type="slidenum">
              <a:rPr lang="en-US" smtClean="0"/>
              <a:t>15</a:t>
            </a:fld>
            <a:endParaRPr lang="en-US"/>
          </a:p>
        </p:txBody>
      </p:sp>
      <p:sp>
        <p:nvSpPr>
          <p:cNvPr id="18" name="箭头: 右 17">
            <a:extLst>
              <a:ext uri="{FF2B5EF4-FFF2-40B4-BE49-F238E27FC236}">
                <a16:creationId xmlns:a16="http://schemas.microsoft.com/office/drawing/2014/main" id="{96DED14F-EF37-479A-B124-C79EDE1B3FAF}"/>
              </a:ext>
            </a:extLst>
          </p:cNvPr>
          <p:cNvSpPr/>
          <p:nvPr/>
        </p:nvSpPr>
        <p:spPr>
          <a:xfrm>
            <a:off x="6889695" y="2212698"/>
            <a:ext cx="627611" cy="295712"/>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sz="1350"/>
          </a:p>
        </p:txBody>
      </p:sp>
      <p:sp>
        <p:nvSpPr>
          <p:cNvPr id="21" name="箭头: 右 20">
            <a:extLst>
              <a:ext uri="{FF2B5EF4-FFF2-40B4-BE49-F238E27FC236}">
                <a16:creationId xmlns:a16="http://schemas.microsoft.com/office/drawing/2014/main" id="{C1665289-1A45-4AA6-B0B9-47747809AA36}"/>
              </a:ext>
            </a:extLst>
          </p:cNvPr>
          <p:cNvSpPr/>
          <p:nvPr/>
        </p:nvSpPr>
        <p:spPr>
          <a:xfrm>
            <a:off x="6082193" y="3665838"/>
            <a:ext cx="627611" cy="295712"/>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350"/>
          </a:p>
        </p:txBody>
      </p:sp>
      <p:sp>
        <p:nvSpPr>
          <p:cNvPr id="22" name="箭头: 右 21">
            <a:extLst>
              <a:ext uri="{FF2B5EF4-FFF2-40B4-BE49-F238E27FC236}">
                <a16:creationId xmlns:a16="http://schemas.microsoft.com/office/drawing/2014/main" id="{960FED5B-4F94-4F88-8106-03B3CF615CDF}"/>
              </a:ext>
            </a:extLst>
          </p:cNvPr>
          <p:cNvSpPr/>
          <p:nvPr/>
        </p:nvSpPr>
        <p:spPr>
          <a:xfrm>
            <a:off x="5606904" y="5012781"/>
            <a:ext cx="627611" cy="295712"/>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CN" altLang="en-US" sz="1350"/>
          </a:p>
        </p:txBody>
      </p: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BF657E85-1F54-4F21-AB19-6EE2FA27041F}"/>
                  </a:ext>
                </a:extLst>
              </p:cNvPr>
              <p:cNvSpPr txBox="1"/>
              <p:nvPr/>
            </p:nvSpPr>
            <p:spPr>
              <a:xfrm>
                <a:off x="7758688" y="1969059"/>
                <a:ext cx="3779881" cy="5659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b="1" smtClean="0"/>
                        <m:t>initiation</m:t>
                      </m:r>
                      <m:r>
                        <m:rPr>
                          <m:nor/>
                        </m:rPr>
                        <a:rPr lang="en-US" altLang="zh-CN" b="1" smtClean="0"/>
                        <m:t>_</m:t>
                      </m:r>
                      <m:r>
                        <m:rPr>
                          <m:nor/>
                        </m:rPr>
                        <a:rPr lang="en-US" altLang="zh-CN" b="1" smtClean="0"/>
                        <m:t>interval</m:t>
                      </m:r>
                      <m:r>
                        <m:rPr>
                          <m:nor/>
                        </m:rPr>
                        <a:rPr lang="en-US" altLang="zh-CN" b="1" i="0" smtClean="0"/>
                        <m:t>(</m:t>
                      </m:r>
                      <m:r>
                        <m:rPr>
                          <m:nor/>
                        </m:rPr>
                        <a:rPr lang="en-US" altLang="zh-CN" b="1" i="0" smtClean="0"/>
                        <m:t>II</m:t>
                      </m:r>
                      <m:r>
                        <m:rPr>
                          <m:nor/>
                        </m:rPr>
                        <a:rPr lang="en-US" altLang="zh-CN" b="1" i="0" smtClean="0"/>
                        <m:t>)</m:t>
                      </m:r>
                      <m:r>
                        <a:rPr lang="en-US" altLang="zh-CN" b="1" i="1" smtClean="0">
                          <a:latin typeface="Cambria Math" panose="02040503050406030204" pitchFamily="18" charset="0"/>
                        </a:rPr>
                        <m:t>=</m:t>
                      </m:r>
                      <m:f>
                        <m:fPr>
                          <m:ctrlPr>
                            <a:rPr lang="en-US" altLang="zh-CN" b="1" i="1" smtClean="0">
                              <a:latin typeface="Cambria Math" panose="02040503050406030204" pitchFamily="18" charset="0"/>
                            </a:rPr>
                          </m:ctrlPr>
                        </m:fPr>
                        <m:num>
                          <m:r>
                            <m:rPr>
                              <m:nor/>
                            </m:rPr>
                            <a:rPr lang="en-US" altLang="zh-CN" b="1"/>
                            <m:t>FMA</m:t>
                          </m:r>
                          <m:r>
                            <m:rPr>
                              <m:nor/>
                            </m:rPr>
                            <a:rPr lang="en-US" altLang="zh-CN" b="1"/>
                            <m:t>_</m:t>
                          </m:r>
                          <m:r>
                            <m:rPr>
                              <m:nor/>
                            </m:rPr>
                            <a:rPr lang="en-US" altLang="zh-CN" b="1"/>
                            <m:t>count</m:t>
                          </m:r>
                        </m:num>
                        <m:den>
                          <m:sSub>
                            <m:sSubPr>
                              <m:ctrlPr>
                                <a:rPr lang="en-US" altLang="zh-CN" b="1" i="1" smtClean="0">
                                  <a:latin typeface="Cambria Math" panose="02040503050406030204" pitchFamily="18" charset="0"/>
                                </a:rPr>
                              </m:ctrlPr>
                            </m:sSubPr>
                            <m:e>
                              <m:r>
                                <a:rPr lang="en-US" altLang="zh-CN" b="1" i="1">
                                  <a:latin typeface="Cambria Math" panose="02040503050406030204" pitchFamily="18" charset="0"/>
                                </a:rPr>
                                <m:t>𝑻𝑷</m:t>
                              </m:r>
                            </m:e>
                            <m:sub>
                              <m:r>
                                <a:rPr lang="en-US" altLang="zh-CN" b="1" i="1">
                                  <a:latin typeface="Cambria Math" panose="02040503050406030204" pitchFamily="18" charset="0"/>
                                </a:rPr>
                                <m:t>𝒅𝒕</m:t>
                              </m:r>
                            </m:sub>
                          </m:sSub>
                        </m:den>
                      </m:f>
                    </m:oMath>
                  </m:oMathPara>
                </a14:m>
                <a:endParaRPr lang="zh-CN" altLang="en-US" b="1" dirty="0"/>
              </a:p>
            </p:txBody>
          </p:sp>
        </mc:Choice>
        <mc:Fallback xmlns="">
          <p:sp>
            <p:nvSpPr>
              <p:cNvPr id="19" name="文本框 18">
                <a:extLst>
                  <a:ext uri="{FF2B5EF4-FFF2-40B4-BE49-F238E27FC236}">
                    <a16:creationId xmlns:a16="http://schemas.microsoft.com/office/drawing/2014/main" id="{BF657E85-1F54-4F21-AB19-6EE2FA27041F}"/>
                  </a:ext>
                </a:extLst>
              </p:cNvPr>
              <p:cNvSpPr txBox="1">
                <a:spLocks noRot="1" noChangeAspect="1" noMove="1" noResize="1" noEditPoints="1" noAdjustHandles="1" noChangeArrowheads="1" noChangeShapeType="1" noTextEdit="1"/>
              </p:cNvSpPr>
              <p:nvPr/>
            </p:nvSpPr>
            <p:spPr>
              <a:xfrm>
                <a:off x="7758688" y="1969059"/>
                <a:ext cx="3779881" cy="565989"/>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07359B8F-3F94-4563-AF46-7FEEF7E134D8}"/>
                  </a:ext>
                </a:extLst>
              </p:cNvPr>
              <p:cNvSpPr txBox="1"/>
              <p:nvPr/>
            </p:nvSpPr>
            <p:spPr>
              <a:xfrm>
                <a:off x="7701539" y="2408311"/>
                <a:ext cx="2082957"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𝑳𝒂𝒕𝒆𝒏𝒄𝒚</m:t>
                          </m:r>
                        </m:e>
                        <m:sub>
                          <m:r>
                            <a:rPr lang="en-US" altLang="zh-CN" b="1" i="1">
                              <a:latin typeface="Cambria Math" panose="02040503050406030204" pitchFamily="18" charset="0"/>
                            </a:rPr>
                            <m:t>𝑻𝑪</m:t>
                          </m:r>
                          <m:r>
                            <a:rPr lang="en-US" altLang="zh-CN" b="1" i="1">
                              <a:latin typeface="Cambria Math" panose="02040503050406030204" pitchFamily="18" charset="0"/>
                            </a:rPr>
                            <m:t> </m:t>
                          </m:r>
                        </m:sub>
                      </m:sSub>
                      <m:r>
                        <a:rPr lang="en-US" altLang="zh-CN" b="1" i="1">
                          <a:latin typeface="Cambria Math" panose="02040503050406030204" pitchFamily="18" charset="0"/>
                        </a:rPr>
                        <m:t>=</m:t>
                      </m:r>
                      <m:sSub>
                        <m:sSubPr>
                          <m:ctrlPr>
                            <a:rPr lang="en-US" altLang="zh-CN" b="1" i="1">
                              <a:latin typeface="Cambria Math" panose="02040503050406030204" pitchFamily="18" charset="0"/>
                            </a:rPr>
                          </m:ctrlPr>
                        </m:sSubPr>
                        <m:e>
                          <m:r>
                            <a:rPr lang="en-US" altLang="zh-CN" b="1" i="1">
                              <a:latin typeface="Cambria Math" panose="02040503050406030204" pitchFamily="18" charset="0"/>
                            </a:rPr>
                            <m:t>𝑰𝑰</m:t>
                          </m:r>
                        </m:e>
                        <m:sub>
                          <m:r>
                            <a:rPr lang="en-US" altLang="zh-CN" b="1" i="1">
                              <a:latin typeface="Cambria Math" panose="02040503050406030204" pitchFamily="18" charset="0"/>
                            </a:rPr>
                            <m:t>𝑻𝑪</m:t>
                          </m:r>
                        </m:sub>
                      </m:sSub>
                    </m:oMath>
                  </m:oMathPara>
                </a14:m>
                <a:endParaRPr lang="zh-CN" altLang="en-US" b="1" dirty="0"/>
              </a:p>
            </p:txBody>
          </p:sp>
        </mc:Choice>
        <mc:Fallback xmlns="">
          <p:sp>
            <p:nvSpPr>
              <p:cNvPr id="20" name="文本框 19">
                <a:extLst>
                  <a:ext uri="{FF2B5EF4-FFF2-40B4-BE49-F238E27FC236}">
                    <a16:creationId xmlns:a16="http://schemas.microsoft.com/office/drawing/2014/main" id="{07359B8F-3F94-4563-AF46-7FEEF7E134D8}"/>
                  </a:ext>
                </a:extLst>
              </p:cNvPr>
              <p:cNvSpPr txBox="1">
                <a:spLocks noRot="1" noChangeAspect="1" noMove="1" noResize="1" noEditPoints="1" noAdjustHandles="1" noChangeArrowheads="1" noChangeShapeType="1" noTextEdit="1"/>
              </p:cNvSpPr>
              <p:nvPr/>
            </p:nvSpPr>
            <p:spPr>
              <a:xfrm>
                <a:off x="7701539" y="2408311"/>
                <a:ext cx="2082957" cy="276999"/>
              </a:xfrm>
              <a:prstGeom prst="rect">
                <a:avLst/>
              </a:prstGeom>
              <a:blipFill>
                <a:blip r:embed="rId4"/>
                <a:stretch>
                  <a:fillRect b="-34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CB3F5CBA-4BBF-4C66-98BF-EE1A7DB74C0E}"/>
                  </a:ext>
                </a:extLst>
              </p:cNvPr>
              <p:cNvSpPr txBox="1"/>
              <p:nvPr/>
            </p:nvSpPr>
            <p:spPr>
              <a:xfrm>
                <a:off x="6889695" y="3485969"/>
                <a:ext cx="1447063" cy="276999"/>
              </a:xfrm>
              <a:prstGeom prst="rect">
                <a:avLst/>
              </a:prstGeom>
              <a:noFill/>
            </p:spPr>
            <p:txBody>
              <a:bodyPr wrap="none" lIns="0" tIns="0" rIns="0" bIns="0" rtlCol="0" anchor="ctr">
                <a:spAutoFit/>
              </a:bodyPr>
              <a:lstStyle/>
              <a:p>
                <a:pPr/>
                <a14:m>
                  <m:oMathPara xmlns:m="http://schemas.openxmlformats.org/officeDocument/2006/math">
                    <m:oMathParaPr>
                      <m:jc m:val="centerGroup"/>
                    </m:oMathParaPr>
                    <m:oMath xmlns:m="http://schemas.openxmlformats.org/officeDocument/2006/math">
                      <m:r>
                        <m:rPr>
                          <m:nor/>
                        </m:rPr>
                        <a:rPr lang="zh-CN" altLang="en-US" b="1" dirty="0" smtClean="0"/>
                        <m:t>𝐾𝐿𝐿</m:t>
                      </m:r>
                      <m:r>
                        <m:rPr>
                          <m:nor/>
                        </m:rPr>
                        <a:rPr lang="zh-CN" altLang="en-US" b="1" dirty="0" smtClean="0"/>
                        <m:t> </m:t>
                      </m:r>
                      <m:r>
                        <m:rPr>
                          <m:nor/>
                        </m:rPr>
                        <a:rPr lang="en-US" altLang="zh-CN" b="1" dirty="0" smtClean="0"/>
                        <m:t>=</m:t>
                      </m:r>
                      <m:r>
                        <m:rPr>
                          <m:nor/>
                        </m:rPr>
                        <a:rPr lang="zh-CN" altLang="en-US" b="1" dirty="0" smtClean="0"/>
                        <m:t>𝑠</m:t>
                      </m:r>
                      <m:r>
                        <m:rPr>
                          <m:nor/>
                        </m:rPr>
                        <a:rPr lang="zh-CN" altLang="en-US" b="1" dirty="0" smtClean="0"/>
                        <m:t> </m:t>
                      </m:r>
                      <m:r>
                        <m:rPr>
                          <m:nor/>
                        </m:rPr>
                        <a:rPr lang="en-US" altLang="zh-CN" b="1" dirty="0" smtClean="0"/>
                        <m:t>·</m:t>
                      </m:r>
                      <m:r>
                        <m:rPr>
                          <m:nor/>
                        </m:rPr>
                        <a:rPr lang="zh-CN" altLang="en-US" b="1" dirty="0" smtClean="0"/>
                        <m:t>𝐺𝑆</m:t>
                      </m:r>
                      <m:r>
                        <m:rPr>
                          <m:nor/>
                        </m:rPr>
                        <a:rPr lang="zh-CN" altLang="en-US" b="1" dirty="0" smtClean="0"/>
                        <m:t> </m:t>
                      </m:r>
                      <m:r>
                        <m:rPr>
                          <m:nor/>
                        </m:rPr>
                        <a:rPr lang="en-US" altLang="zh-CN" b="1" dirty="0" smtClean="0"/>
                        <m:t>+</m:t>
                      </m:r>
                      <m:r>
                        <m:rPr>
                          <m:nor/>
                        </m:rPr>
                        <a:rPr lang="en-US" altLang="zh-CN" b="1" dirty="0" smtClean="0"/>
                        <m:t>k</m:t>
                      </m:r>
                    </m:oMath>
                  </m:oMathPara>
                </a14:m>
                <a:endParaRPr lang="en-US" altLang="zh-CN" b="1" dirty="0"/>
              </a:p>
            </p:txBody>
          </p:sp>
        </mc:Choice>
        <mc:Fallback xmlns="">
          <p:sp>
            <p:nvSpPr>
              <p:cNvPr id="24" name="文本框 23">
                <a:extLst>
                  <a:ext uri="{FF2B5EF4-FFF2-40B4-BE49-F238E27FC236}">
                    <a16:creationId xmlns:a16="http://schemas.microsoft.com/office/drawing/2014/main" id="{CB3F5CBA-4BBF-4C66-98BF-EE1A7DB74C0E}"/>
                  </a:ext>
                </a:extLst>
              </p:cNvPr>
              <p:cNvSpPr txBox="1">
                <a:spLocks noRot="1" noChangeAspect="1" noMove="1" noResize="1" noEditPoints="1" noAdjustHandles="1" noChangeArrowheads="1" noChangeShapeType="1" noTextEdit="1"/>
              </p:cNvSpPr>
              <p:nvPr/>
            </p:nvSpPr>
            <p:spPr>
              <a:xfrm>
                <a:off x="6889695" y="3485969"/>
                <a:ext cx="1447063" cy="276999"/>
              </a:xfrm>
              <a:prstGeom prst="rect">
                <a:avLst/>
              </a:prstGeom>
              <a:blipFill>
                <a:blip r:embed="rId5"/>
                <a:stretch>
                  <a:fillRect l="-3782" r="-4202" b="-111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3269D06-CAB4-4F1A-AE43-EDCD6BEF40DF}"/>
                  </a:ext>
                </a:extLst>
              </p:cNvPr>
              <p:cNvSpPr txBox="1"/>
              <p:nvPr/>
            </p:nvSpPr>
            <p:spPr>
              <a:xfrm>
                <a:off x="6784081" y="3764208"/>
                <a:ext cx="2755106" cy="3772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nor/>
                        </m:rPr>
                        <a:rPr lang="zh-CN" altLang="en-US" b="1" dirty="0" smtClean="0"/>
                        <m:t>𝑠</m:t>
                      </m:r>
                      <m:r>
                        <m:rPr>
                          <m:nor/>
                        </m:rPr>
                        <a:rPr lang="zh-CN" altLang="en-US" b="1" dirty="0" smtClean="0"/>
                        <m:t> </m:t>
                      </m:r>
                      <m:r>
                        <m:rPr>
                          <m:nor/>
                        </m:rPr>
                        <a:rPr lang="en-US" altLang="zh-CN" b="1" dirty="0" smtClean="0"/>
                        <m:t>=</m:t>
                      </m:r>
                      <m:r>
                        <m:rPr>
                          <m:nor/>
                        </m:rPr>
                        <a:rPr lang="zh-CN" altLang="en-US" b="1" dirty="0" smtClean="0"/>
                        <m:t>𝛼</m:t>
                      </m:r>
                      <m:r>
                        <m:rPr>
                          <m:nor/>
                        </m:rPr>
                        <a:rPr lang="zh-CN" altLang="en-US" b="1" dirty="0" smtClean="0"/>
                        <m:t> </m:t>
                      </m:r>
                      <m:r>
                        <m:rPr>
                          <m:nor/>
                        </m:rPr>
                        <a:rPr lang="en-US" altLang="zh-CN" b="1" dirty="0" smtClean="0"/>
                        <m:t>· </m:t>
                      </m:r>
                      <m:sSup>
                        <m:sSupPr>
                          <m:ctrlPr>
                            <a:rPr lang="en-US" altLang="zh-CN" b="1" i="1" dirty="0" smtClean="0">
                              <a:latin typeface="Cambria Math" panose="02040503050406030204" pitchFamily="18" charset="0"/>
                            </a:rPr>
                          </m:ctrlPr>
                        </m:sSupPr>
                        <m:e>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𝑩𝑺</m:t>
                          </m:r>
                          <m:r>
                            <a:rPr lang="en-US" altLang="zh-CN" b="1" i="1" dirty="0" smtClean="0">
                              <a:latin typeface="Cambria Math" panose="02040503050406030204" pitchFamily="18" charset="0"/>
                            </a:rPr>
                            <m:t>)</m:t>
                          </m:r>
                        </m:e>
                        <m:sup>
                          <m:r>
                            <a:rPr lang="en-US" altLang="zh-CN" b="1" i="1" dirty="0" smtClean="0">
                              <a:latin typeface="Cambria Math" panose="02040503050406030204" pitchFamily="18" charset="0"/>
                            </a:rPr>
                            <m:t>𝟐</m:t>
                          </m:r>
                        </m:sup>
                      </m:sSup>
                      <m:r>
                        <m:rPr>
                          <m:nor/>
                        </m:rPr>
                        <a:rPr lang="en-US" altLang="zh-CN" b="1" dirty="0"/>
                        <m:t> +</m:t>
                      </m:r>
                      <m:r>
                        <m:rPr>
                          <m:nor/>
                        </m:rPr>
                        <a:rPr lang="zh-CN" altLang="en-US" b="1" dirty="0"/>
                        <m:t>𝛽</m:t>
                      </m:r>
                      <m:r>
                        <m:rPr>
                          <m:nor/>
                        </m:rPr>
                        <a:rPr lang="zh-CN" altLang="en-US" b="1" dirty="0"/>
                        <m:t> </m:t>
                      </m:r>
                      <m:r>
                        <m:rPr>
                          <m:nor/>
                        </m:rPr>
                        <a:rPr lang="en-US" altLang="zh-CN" b="1" dirty="0"/>
                        <m:t>· (</m:t>
                      </m:r>
                      <m:r>
                        <m:rPr>
                          <m:nor/>
                        </m:rPr>
                        <a:rPr lang="zh-CN" altLang="en-US" b="1" dirty="0"/>
                        <m:t>𝐵𝑆</m:t>
                      </m:r>
                      <m:r>
                        <m:rPr>
                          <m:nor/>
                        </m:rPr>
                        <a:rPr lang="en-US" altLang="zh-CN" b="1" dirty="0"/>
                        <m:t>) +</m:t>
                      </m:r>
                      <m:r>
                        <m:rPr>
                          <m:nor/>
                        </m:rPr>
                        <a:rPr lang="en-US" altLang="zh-CN" b="1" dirty="0"/>
                        <m:t>γ</m:t>
                      </m:r>
                    </m:oMath>
                  </m:oMathPara>
                </a14:m>
                <a:endParaRPr lang="zh-CN" altLang="en-US" b="1" dirty="0"/>
              </a:p>
            </p:txBody>
          </p:sp>
        </mc:Choice>
        <mc:Fallback xmlns="">
          <p:sp>
            <p:nvSpPr>
              <p:cNvPr id="25" name="文本框 24">
                <a:extLst>
                  <a:ext uri="{FF2B5EF4-FFF2-40B4-BE49-F238E27FC236}">
                    <a16:creationId xmlns:a16="http://schemas.microsoft.com/office/drawing/2014/main" id="{43269D06-CAB4-4F1A-AE43-EDCD6BEF40DF}"/>
                  </a:ext>
                </a:extLst>
              </p:cNvPr>
              <p:cNvSpPr txBox="1">
                <a:spLocks noRot="1" noChangeAspect="1" noMove="1" noResize="1" noEditPoints="1" noAdjustHandles="1" noChangeArrowheads="1" noChangeShapeType="1" noTextEdit="1"/>
              </p:cNvSpPr>
              <p:nvPr/>
            </p:nvSpPr>
            <p:spPr>
              <a:xfrm>
                <a:off x="6784081" y="3764208"/>
                <a:ext cx="2755106" cy="377211"/>
              </a:xfrm>
              <a:prstGeom prst="rect">
                <a:avLst/>
              </a:prstGeom>
              <a:blipFill>
                <a:blip r:embed="rId6"/>
                <a:stretch>
                  <a:fillRect b="-161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A2CA695D-67EE-45C7-B2CB-40CAC9A1C504}"/>
                  </a:ext>
                </a:extLst>
              </p:cNvPr>
              <p:cNvSpPr txBox="1"/>
              <p:nvPr/>
            </p:nvSpPr>
            <p:spPr>
              <a:xfrm>
                <a:off x="6286438" y="4942078"/>
                <a:ext cx="5768162" cy="430695"/>
              </a:xfrm>
              <a:prstGeom prst="rect">
                <a:avLst/>
              </a:prstGeom>
              <a:noFill/>
            </p:spPr>
            <p:txBody>
              <a:bodyPr wrap="square">
                <a:spAutoFit/>
              </a:bodyPr>
              <a:lstStyle/>
              <a:p>
                <a:r>
                  <a:rPr lang="zh-CN" altLang="en-US" b="1" dirty="0">
                    <a:solidFill>
                      <a:schemeClr val="tx1"/>
                    </a:solidFill>
                  </a:rPr>
                  <a:t>𝐼𝐷 </a:t>
                </a:r>
                <a:r>
                  <a:rPr lang="en-US" altLang="zh-CN" b="1" dirty="0">
                    <a:solidFill>
                      <a:schemeClr val="tx1"/>
                    </a:solidFill>
                  </a:rPr>
                  <a:t>= (max_sub-core_Instr − </a:t>
                </a:r>
                <a14:m>
                  <m:oMath xmlns:m="http://schemas.openxmlformats.org/officeDocument/2006/math">
                    <m:sSub>
                      <m:sSubPr>
                        <m:ctrlPr>
                          <a:rPr lang="en-US" altLang="zh-CN" b="1" i="1" smtClean="0">
                            <a:solidFill>
                              <a:schemeClr val="tx1"/>
                            </a:solidFill>
                            <a:latin typeface="Cambria Math" panose="02040503050406030204" pitchFamily="18" charset="0"/>
                          </a:rPr>
                        </m:ctrlPr>
                      </m:sSubPr>
                      <m:e>
                        <m:r>
                          <a:rPr lang="en-US" altLang="zh-CN" b="1" i="1" smtClean="0">
                            <a:solidFill>
                              <a:schemeClr val="tx1"/>
                            </a:solidFill>
                            <a:latin typeface="Cambria Math" panose="02040503050406030204" pitchFamily="18" charset="0"/>
                          </a:rPr>
                          <m:t>𝑰</m:t>
                        </m:r>
                      </m:e>
                      <m:sub>
                        <m:r>
                          <m:rPr>
                            <m:nor/>
                          </m:rPr>
                          <a:rPr lang="zh-CN" altLang="en-US" b="1" dirty="0">
                            <a:solidFill>
                              <a:schemeClr val="tx1"/>
                            </a:solidFill>
                          </a:rPr>
                          <m:t>𝑆𝐶</m:t>
                        </m:r>
                        <m:r>
                          <m:rPr>
                            <m:nor/>
                          </m:rPr>
                          <a:rPr lang="en-US" altLang="zh-CN" b="1" dirty="0">
                            <a:solidFill>
                              <a:schemeClr val="tx1"/>
                            </a:solidFill>
                          </a:rPr>
                          <m:t>_</m:t>
                        </m:r>
                        <m:r>
                          <m:rPr>
                            <m:nor/>
                          </m:rPr>
                          <a:rPr lang="zh-CN" altLang="en-US" b="1" dirty="0">
                            <a:solidFill>
                              <a:schemeClr val="tx1"/>
                            </a:solidFill>
                          </a:rPr>
                          <m:t>𝑅𝑒𝑝𝑟</m:t>
                        </m:r>
                        <m:r>
                          <m:rPr>
                            <m:nor/>
                          </m:rPr>
                          <a:rPr lang="en-US" altLang="zh-CN" b="1" dirty="0">
                            <a:solidFill>
                              <a:schemeClr val="tx1"/>
                            </a:solidFill>
                          </a:rPr>
                          <m:t>.</m:t>
                        </m:r>
                        <m:r>
                          <m:rPr>
                            <m:nor/>
                          </m:rPr>
                          <a:rPr lang="zh-CN" altLang="en-US" b="1" dirty="0">
                            <a:solidFill>
                              <a:schemeClr val="tx1"/>
                            </a:solidFill>
                          </a:rPr>
                          <m:t>𝑤𝑎𝑟𝑝</m:t>
                        </m:r>
                      </m:sub>
                    </m:sSub>
                  </m:oMath>
                </a14:m>
                <a:r>
                  <a:rPr lang="en-US" altLang="zh-CN" b="1" dirty="0">
                    <a:solidFill>
                      <a:schemeClr val="tx1"/>
                    </a:solidFill>
                  </a:rPr>
                  <a:t>)/</a:t>
                </a:r>
                <a:r>
                  <a:rPr lang="zh-CN" altLang="en-US" b="1" dirty="0">
                    <a:solidFill>
                      <a:schemeClr val="tx1"/>
                    </a:solidFill>
                  </a:rPr>
                  <a:t>𝐼𝑠𝑠𝑢𝑒𝑅𝑎𝑡𝑒 </a:t>
                </a:r>
              </a:p>
            </p:txBody>
          </p:sp>
        </mc:Choice>
        <mc:Fallback xmlns="">
          <p:sp>
            <p:nvSpPr>
              <p:cNvPr id="26" name="文本框 25">
                <a:extLst>
                  <a:ext uri="{FF2B5EF4-FFF2-40B4-BE49-F238E27FC236}">
                    <a16:creationId xmlns:a16="http://schemas.microsoft.com/office/drawing/2014/main" id="{A2CA695D-67EE-45C7-B2CB-40CAC9A1C504}"/>
                  </a:ext>
                </a:extLst>
              </p:cNvPr>
              <p:cNvSpPr txBox="1">
                <a:spLocks noRot="1" noChangeAspect="1" noMove="1" noResize="1" noEditPoints="1" noAdjustHandles="1" noChangeArrowheads="1" noChangeShapeType="1" noTextEdit="1"/>
              </p:cNvSpPr>
              <p:nvPr/>
            </p:nvSpPr>
            <p:spPr>
              <a:xfrm>
                <a:off x="6286438" y="4942078"/>
                <a:ext cx="5768162" cy="430695"/>
              </a:xfrm>
              <a:prstGeom prst="rect">
                <a:avLst/>
              </a:prstGeom>
              <a:blipFill>
                <a:blip r:embed="rId7"/>
                <a:stretch>
                  <a:fillRect l="-846" t="-10000" r="-846" b="-10000"/>
                </a:stretch>
              </a:blipFill>
            </p:spPr>
            <p:txBody>
              <a:bodyPr/>
              <a:lstStyle/>
              <a:p>
                <a:r>
                  <a:rPr lang="zh-CN" altLang="en-US">
                    <a:noFill/>
                  </a:rPr>
                  <a:t> </a:t>
                </a:r>
              </a:p>
            </p:txBody>
          </p:sp>
        </mc:Fallback>
      </mc:AlternateContent>
      <p:sp>
        <p:nvSpPr>
          <p:cNvPr id="27" name="文本框 26">
            <a:extLst>
              <a:ext uri="{FF2B5EF4-FFF2-40B4-BE49-F238E27FC236}">
                <a16:creationId xmlns:a16="http://schemas.microsoft.com/office/drawing/2014/main" id="{45B11D2E-2F6B-4AB3-A698-E1435BD10645}"/>
              </a:ext>
            </a:extLst>
          </p:cNvPr>
          <p:cNvSpPr txBox="1"/>
          <p:nvPr/>
        </p:nvSpPr>
        <p:spPr>
          <a:xfrm>
            <a:off x="146188" y="2073383"/>
            <a:ext cx="6616423" cy="461665"/>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rPr>
              <a:t>Model </a:t>
            </a:r>
            <a:r>
              <a:rPr kumimoji="0" lang="en-US" altLang="zh-CN" sz="2400" b="1" i="0" u="none" strike="noStrike" kern="1200" cap="none" spc="0" normalizeH="0" baseline="0" noProof="0" dirty="0">
                <a:ln>
                  <a:noFill/>
                </a:ln>
                <a:solidFill>
                  <a:srgbClr val="FF0000"/>
                </a:solidFill>
                <a:effectLst/>
                <a:uLnTx/>
                <a:uFillTx/>
                <a:latin typeface="Cambria" panose="02040503050406030204"/>
                <a:ea typeface="黑体" panose="02010609060101010101" pitchFamily="49" charset="-122"/>
                <a:cs typeface="+mn-cs"/>
              </a:rPr>
              <a:t>tensor core </a:t>
            </a:r>
            <a:r>
              <a:rPr kumimoji="0" lang="en-US" altLang="zh-CN"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rPr>
              <a:t>with throughput and modifier</a:t>
            </a:r>
            <a:endParaRPr kumimoji="0" lang="zh-CN" altLang="en-US"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endParaRPr>
          </a:p>
        </p:txBody>
      </p:sp>
      <p:sp>
        <p:nvSpPr>
          <p:cNvPr id="28" name="文本框 27">
            <a:extLst>
              <a:ext uri="{FF2B5EF4-FFF2-40B4-BE49-F238E27FC236}">
                <a16:creationId xmlns:a16="http://schemas.microsoft.com/office/drawing/2014/main" id="{C2379566-8395-4E5E-97DF-61ACB55E55AA}"/>
              </a:ext>
            </a:extLst>
          </p:cNvPr>
          <p:cNvSpPr txBox="1"/>
          <p:nvPr/>
        </p:nvSpPr>
        <p:spPr>
          <a:xfrm>
            <a:off x="172363" y="3275409"/>
            <a:ext cx="5550978" cy="83099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rPr>
              <a:t>Model </a:t>
            </a:r>
            <a:r>
              <a:rPr kumimoji="0" lang="en-US" altLang="zh-CN" sz="2400" b="1" i="0" u="none" strike="noStrike" kern="1200" cap="none" spc="0" normalizeH="0" baseline="0" noProof="0" dirty="0">
                <a:ln>
                  <a:noFill/>
                </a:ln>
                <a:solidFill>
                  <a:srgbClr val="FF0000"/>
                </a:solidFill>
                <a:effectLst/>
                <a:uLnTx/>
                <a:uFillTx/>
                <a:latin typeface="Cambria" panose="02040503050406030204"/>
                <a:ea typeface="黑体" panose="02010609060101010101" pitchFamily="49" charset="-122"/>
                <a:cs typeface="+mn-cs"/>
              </a:rPr>
              <a:t>launch latency </a:t>
            </a:r>
            <a:r>
              <a:rPr kumimoji="0" lang="en-US" altLang="zh-CN"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rPr>
              <a:t>with equation corresponding</a:t>
            </a:r>
            <a:r>
              <a:rPr lang="en-US" altLang="zh-CN" sz="2400" dirty="0">
                <a:solidFill>
                  <a:prstClr val="black"/>
                </a:solidFill>
                <a:latin typeface="Cambria" panose="02040503050406030204"/>
                <a:ea typeface="黑体" panose="02010609060101010101" pitchFamily="49" charset="-122"/>
              </a:rPr>
              <a:t> to gird size and block size</a:t>
            </a:r>
            <a:endParaRPr kumimoji="0" lang="zh-CN" altLang="en-US"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endParaRPr>
          </a:p>
        </p:txBody>
      </p:sp>
      <p:sp>
        <p:nvSpPr>
          <p:cNvPr id="29" name="文本框 28">
            <a:extLst>
              <a:ext uri="{FF2B5EF4-FFF2-40B4-BE49-F238E27FC236}">
                <a16:creationId xmlns:a16="http://schemas.microsoft.com/office/drawing/2014/main" id="{BF0EDD55-FEA3-4F60-A54D-78BA17DD6CAF}"/>
              </a:ext>
            </a:extLst>
          </p:cNvPr>
          <p:cNvSpPr txBox="1"/>
          <p:nvPr/>
        </p:nvSpPr>
        <p:spPr>
          <a:xfrm>
            <a:off x="172363" y="4560473"/>
            <a:ext cx="5382618" cy="120032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Cambria" panose="02040503050406030204"/>
                <a:ea typeface="黑体" panose="02010609060101010101" pitchFamily="49" charset="-122"/>
                <a:cs typeface="+mn-cs"/>
              </a:rPr>
              <a:t>Model warp </a:t>
            </a:r>
            <a:r>
              <a:rPr kumimoji="0" lang="en-US" altLang="zh-CN" sz="2400" b="1" i="0" u="none" strike="noStrike" kern="1200" cap="none" spc="0" normalizeH="0" baseline="0" noProof="0" dirty="0">
                <a:ln>
                  <a:noFill/>
                </a:ln>
                <a:solidFill>
                  <a:srgbClr val="FF0000"/>
                </a:solidFill>
                <a:effectLst/>
                <a:uLnTx/>
                <a:uFillTx/>
                <a:latin typeface="Cambria" panose="02040503050406030204"/>
                <a:ea typeface="黑体" panose="02010609060101010101" pitchFamily="49" charset="-122"/>
                <a:cs typeface="+mn-cs"/>
              </a:rPr>
              <a:t>instruction divergence </a:t>
            </a:r>
            <a:r>
              <a:rPr kumimoji="0" lang="en-US" altLang="zh-CN" sz="2400" i="0" u="none" strike="noStrike" kern="1200" cap="none" spc="0" normalizeH="0" baseline="0" noProof="0" dirty="0">
                <a:ln>
                  <a:noFill/>
                </a:ln>
                <a:effectLst/>
                <a:uLnTx/>
                <a:uFillTx/>
                <a:latin typeface="Cambria" panose="02040503050406030204"/>
                <a:ea typeface="黑体" panose="02010609060101010101" pitchFamily="49" charset="-122"/>
                <a:cs typeface="+mn-cs"/>
              </a:rPr>
              <a:t>by</a:t>
            </a:r>
            <a:r>
              <a:rPr kumimoji="0" lang="en-US" altLang="zh-CN" sz="2400" b="1" i="0" u="none" strike="noStrike" kern="1200" cap="none" spc="0" normalizeH="0" baseline="0" noProof="0" dirty="0">
                <a:ln>
                  <a:noFill/>
                </a:ln>
                <a:solidFill>
                  <a:srgbClr val="FF0000"/>
                </a:solidFill>
                <a:effectLst/>
                <a:uLnTx/>
                <a:uFillTx/>
                <a:latin typeface="Cambria" panose="02040503050406030204"/>
                <a:ea typeface="黑体" panose="02010609060101010101" pitchFamily="49" charset="-122"/>
                <a:cs typeface="+mn-cs"/>
              </a:rPr>
              <a:t> </a:t>
            </a:r>
            <a:r>
              <a:rPr kumimoji="0" lang="en-US" altLang="zh-CN" sz="2400" i="0" u="none" strike="noStrike" kern="1200" cap="none" spc="0" normalizeH="0" baseline="0" noProof="0" dirty="0">
                <a:ln>
                  <a:noFill/>
                </a:ln>
                <a:effectLst/>
                <a:uLnTx/>
                <a:uFillTx/>
                <a:latin typeface="Cambria" panose="02040503050406030204"/>
                <a:ea typeface="黑体" panose="02010609060101010101" pitchFamily="49" charset="-122"/>
                <a:cs typeface="+mn-cs"/>
              </a:rPr>
              <a:t>difference between representative</a:t>
            </a:r>
            <a:r>
              <a:rPr lang="en-US" altLang="zh-CN" sz="2400" dirty="0">
                <a:latin typeface="Cambria" panose="02040503050406030204"/>
                <a:ea typeface="黑体" panose="02010609060101010101" pitchFamily="49" charset="-122"/>
              </a:rPr>
              <a:t> warp and the largest one</a:t>
            </a:r>
            <a:endParaRPr kumimoji="0" lang="zh-CN" altLang="en-US" sz="2400" i="0" u="none" strike="noStrike" kern="1200" cap="none" spc="0" normalizeH="0" baseline="0" noProof="0" dirty="0">
              <a:ln>
                <a:noFill/>
              </a:ln>
              <a:effectLst/>
              <a:uLnTx/>
              <a:uFillTx/>
              <a:latin typeface="Cambria" panose="02040503050406030204"/>
              <a:ea typeface="黑体" panose="02010609060101010101" pitchFamily="49" charset="-122"/>
              <a:cs typeface="+mn-cs"/>
            </a:endParaRPr>
          </a:p>
        </p:txBody>
      </p:sp>
    </p:spTree>
    <p:extLst>
      <p:ext uri="{BB962C8B-B14F-4D97-AF65-F5344CB8AC3E}">
        <p14:creationId xmlns:p14="http://schemas.microsoft.com/office/powerpoint/2010/main" val="2578755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A512E-3C9D-4B0D-B99D-0BEDE8767B50}"/>
              </a:ext>
            </a:extLst>
          </p:cNvPr>
          <p:cNvSpPr>
            <a:spLocks noGrp="1"/>
          </p:cNvSpPr>
          <p:nvPr>
            <p:ph type="title"/>
          </p:nvPr>
        </p:nvSpPr>
        <p:spPr>
          <a:xfrm>
            <a:off x="4281600" y="274638"/>
            <a:ext cx="2688000" cy="726162"/>
          </a:xfrm>
        </p:spPr>
        <p:txBody>
          <a:bodyPr>
            <a:noAutofit/>
          </a:bodyPr>
          <a:lstStyle/>
          <a:p>
            <a:r>
              <a:rPr lang="en-US" altLang="zh-CN" sz="4800" b="1">
                <a:solidFill>
                  <a:schemeClr val="accent2">
                    <a:lumMod val="75000"/>
                  </a:schemeClr>
                </a:solidFill>
              </a:rPr>
              <a:t>Category</a:t>
            </a:r>
            <a:endParaRPr lang="zh-CN" altLang="en-US" sz="4800" b="1"/>
          </a:p>
        </p:txBody>
      </p:sp>
      <p:sp>
        <p:nvSpPr>
          <p:cNvPr id="4" name="日期占位符 3">
            <a:extLst>
              <a:ext uri="{FF2B5EF4-FFF2-40B4-BE49-F238E27FC236}">
                <a16:creationId xmlns:a16="http://schemas.microsoft.com/office/drawing/2014/main" id="{0D88EE19-ED8A-4A52-BF2D-32A1F742AE6D}"/>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302A954B-38D3-4716-820D-6C24455D750A}"/>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6" name="文本框 5">
            <a:extLst>
              <a:ext uri="{FF2B5EF4-FFF2-40B4-BE49-F238E27FC236}">
                <a16:creationId xmlns:a16="http://schemas.microsoft.com/office/drawing/2014/main" id="{2AC8FA1E-6A0D-4F1C-9355-B3D917367D20}"/>
              </a:ext>
            </a:extLst>
          </p:cNvPr>
          <p:cNvSpPr txBox="1"/>
          <p:nvPr/>
        </p:nvSpPr>
        <p:spPr>
          <a:xfrm>
            <a:off x="316800" y="1468800"/>
            <a:ext cx="11152800" cy="2578463"/>
          </a:xfrm>
          <a:prstGeom prst="rect">
            <a:avLst/>
          </a:prstGeom>
          <a:noFill/>
        </p:spPr>
        <p:txBody>
          <a:bodyPr wrap="square" rtlCol="0">
            <a:spAutoFit/>
          </a:bodyPr>
          <a:lstStyle/>
          <a:p>
            <a:pPr marL="285750" indent="-285750">
              <a:lnSpc>
                <a:spcPts val="5000"/>
              </a:lnSpc>
              <a:buFont typeface="Arial" panose="020B0604020202020204" pitchFamily="34" charset="0"/>
              <a:buChar char="•"/>
            </a:pPr>
            <a:r>
              <a:rPr lang="en-US" altLang="zh-CN" sz="2800"/>
              <a:t>Background and Motivation</a:t>
            </a:r>
          </a:p>
          <a:p>
            <a:pPr marL="285750" indent="-285750">
              <a:lnSpc>
                <a:spcPts val="5000"/>
              </a:lnSpc>
              <a:buFont typeface="Arial" panose="020B0604020202020204" pitchFamily="34" charset="0"/>
              <a:buChar char="•"/>
            </a:pPr>
            <a:r>
              <a:rPr lang="en-US" altLang="zh-CN" sz="2800"/>
              <a:t>AMALI</a:t>
            </a:r>
            <a:r>
              <a:rPr lang="zh-CN" altLang="en-US" sz="2800"/>
              <a:t>：</a:t>
            </a:r>
            <a:r>
              <a:rPr lang="en-US" altLang="zh-CN" sz="2800" b="1"/>
              <a:t>A</a:t>
            </a:r>
            <a:r>
              <a:rPr lang="en-US" altLang="zh-CN" sz="2800"/>
              <a:t>nalytical </a:t>
            </a:r>
            <a:r>
              <a:rPr lang="en-US" altLang="zh-CN" sz="2800" b="1"/>
              <a:t>M</a:t>
            </a:r>
            <a:r>
              <a:rPr lang="en-US" altLang="zh-CN" sz="2800"/>
              <a:t>odel </a:t>
            </a:r>
            <a:r>
              <a:rPr lang="en-US" altLang="zh-CN" sz="2800" b="1"/>
              <a:t>A</a:t>
            </a:r>
            <a:r>
              <a:rPr lang="en-US" altLang="zh-CN" sz="2800"/>
              <a:t>ccurate modeling </a:t>
            </a:r>
            <a:r>
              <a:rPr lang="en-US" altLang="zh-CN" sz="2800" b="1"/>
              <a:t>L</a:t>
            </a:r>
            <a:r>
              <a:rPr lang="en-US" altLang="zh-CN" sz="2800"/>
              <a:t>LM </a:t>
            </a:r>
            <a:r>
              <a:rPr lang="en-US" altLang="zh-CN" sz="2800" b="1"/>
              <a:t>I</a:t>
            </a:r>
            <a:r>
              <a:rPr lang="en-US" altLang="zh-CN" sz="2800"/>
              <a:t>nference</a:t>
            </a:r>
          </a:p>
          <a:p>
            <a:pPr marL="285750" indent="-285750">
              <a:lnSpc>
                <a:spcPts val="5000"/>
              </a:lnSpc>
              <a:buFont typeface="Arial" panose="020B0604020202020204" pitchFamily="34" charset="0"/>
              <a:buChar char="•"/>
            </a:pPr>
            <a:r>
              <a:rPr lang="en-US" altLang="zh-CN" sz="2800"/>
              <a:t>Evaluation</a:t>
            </a:r>
          </a:p>
          <a:p>
            <a:pPr marL="285750" indent="-285750">
              <a:lnSpc>
                <a:spcPts val="5000"/>
              </a:lnSpc>
              <a:buFont typeface="Arial" panose="020B0604020202020204" pitchFamily="34" charset="0"/>
              <a:buChar char="•"/>
            </a:pPr>
            <a:r>
              <a:rPr lang="en-US" altLang="zh-CN" sz="2800"/>
              <a:t>Conclusion</a:t>
            </a:r>
            <a:endParaRPr lang="zh-CN" altLang="en-US" sz="2800"/>
          </a:p>
        </p:txBody>
      </p:sp>
      <p:sp>
        <p:nvSpPr>
          <p:cNvPr id="7" name="箭头: 右 6">
            <a:extLst>
              <a:ext uri="{FF2B5EF4-FFF2-40B4-BE49-F238E27FC236}">
                <a16:creationId xmlns:a16="http://schemas.microsoft.com/office/drawing/2014/main" id="{7923D2F7-83AC-4F7C-A378-C2E63C904FBC}"/>
              </a:ext>
            </a:extLst>
          </p:cNvPr>
          <p:cNvSpPr/>
          <p:nvPr/>
        </p:nvSpPr>
        <p:spPr>
          <a:xfrm rot="10800000">
            <a:off x="2595180" y="2939400"/>
            <a:ext cx="1987200" cy="4896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83000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5760" y="453240"/>
            <a:ext cx="3840479" cy="697380"/>
          </a:xfrm>
        </p:spPr>
        <p:txBody>
          <a:bodyPr>
            <a:noAutofit/>
          </a:bodyPr>
          <a:lstStyle/>
          <a:p>
            <a:r>
              <a:rPr sz="3200" b="1" dirty="0">
                <a:solidFill>
                  <a:schemeClr val="accent2">
                    <a:lumMod val="75000"/>
                  </a:schemeClr>
                </a:solidFill>
              </a:rPr>
              <a:t>Evaluation Setup</a:t>
            </a:r>
          </a:p>
        </p:txBody>
      </p:sp>
      <p:sp>
        <p:nvSpPr>
          <p:cNvPr id="3" name="Content Placeholder 2"/>
          <p:cNvSpPr>
            <a:spLocks noGrp="1"/>
          </p:cNvSpPr>
          <p:nvPr>
            <p:ph idx="1"/>
          </p:nvPr>
        </p:nvSpPr>
        <p:spPr>
          <a:xfrm>
            <a:off x="121920" y="1369605"/>
            <a:ext cx="12070080" cy="4688295"/>
          </a:xfrm>
        </p:spPr>
        <p:txBody>
          <a:bodyPr>
            <a:noAutofit/>
          </a:bodyPr>
          <a:lstStyle/>
          <a:p>
            <a:r>
              <a:rPr lang="en-US" altLang="zh-CN" sz="3600" dirty="0"/>
              <a:t>Platform: </a:t>
            </a:r>
            <a:r>
              <a:rPr lang="en-US" altLang="zh-CN" sz="3600" b="1" dirty="0"/>
              <a:t>NVIDIA A100</a:t>
            </a:r>
            <a:endParaRPr lang="en-US" altLang="zh-CN" sz="3600" dirty="0"/>
          </a:p>
          <a:p>
            <a:endParaRPr lang="en-US" altLang="zh-CN" sz="3600" dirty="0"/>
          </a:p>
          <a:p>
            <a:r>
              <a:rPr lang="en-US" altLang="zh-CN" sz="3600" dirty="0"/>
              <a:t>Benchmark: </a:t>
            </a:r>
            <a:r>
              <a:rPr lang="en-US" altLang="zh-CN" sz="3600" b="1" dirty="0"/>
              <a:t>Llama3-8B/15B,  </a:t>
            </a:r>
            <a:r>
              <a:rPr lang="en-US" altLang="zh-CN" sz="3600" b="1" dirty="0" err="1"/>
              <a:t>DeepBench</a:t>
            </a:r>
            <a:r>
              <a:rPr lang="en-US" altLang="zh-CN" sz="3600" b="1" dirty="0"/>
              <a:t>,  </a:t>
            </a:r>
            <a:r>
              <a:rPr lang="en-US" altLang="zh-CN" sz="3600" b="1" dirty="0" err="1"/>
              <a:t>Rodinia</a:t>
            </a:r>
            <a:endParaRPr lang="en-US" altLang="zh-CN" sz="3600" b="1" dirty="0"/>
          </a:p>
          <a:p>
            <a:pPr lvl="1"/>
            <a:r>
              <a:rPr lang="en-US" altLang="zh-CN" sz="3300" dirty="0"/>
              <a:t> Llama3 inference with different prompt length and batch size.</a:t>
            </a:r>
          </a:p>
          <a:p>
            <a:pPr lvl="1"/>
            <a:r>
              <a:rPr lang="en-US" altLang="zh-CN" sz="2800" dirty="0"/>
              <a:t> CONV and GEMM from </a:t>
            </a:r>
            <a:r>
              <a:rPr lang="en-US" altLang="zh-CN" sz="2800" dirty="0" err="1"/>
              <a:t>DeepBench</a:t>
            </a:r>
            <a:r>
              <a:rPr lang="en-US" altLang="zh-CN" sz="2800" dirty="0"/>
              <a:t>, and BP, B+, DWT, PF from Rodina </a:t>
            </a:r>
            <a:endParaRPr lang="en-US" altLang="zh-CN" sz="3300" dirty="0"/>
          </a:p>
          <a:p>
            <a:endParaRPr lang="en-US" altLang="zh-CN" sz="3600" dirty="0"/>
          </a:p>
          <a:p>
            <a:r>
              <a:rPr lang="en-US" altLang="zh-CN" sz="3600" dirty="0"/>
              <a:t>Compare with </a:t>
            </a:r>
            <a:r>
              <a:rPr lang="en-US" altLang="zh-CN" sz="3600" b="1" dirty="0" err="1">
                <a:latin typeface="Calibri"/>
                <a:ea typeface="宋体" panose="02010600030101010101" pitchFamily="2" charset="-122"/>
              </a:rPr>
              <a:t>GCoM</a:t>
            </a:r>
            <a:r>
              <a:rPr lang="en-US" altLang="zh-CN" sz="3600" dirty="0">
                <a:solidFill>
                  <a:prstClr val="black"/>
                </a:solidFill>
                <a:latin typeface="Calibri"/>
                <a:ea typeface="宋体" panose="02010600030101010101" pitchFamily="2" charset="-122"/>
              </a:rPr>
              <a:t> </a:t>
            </a:r>
            <a:r>
              <a:rPr lang="en-US" altLang="zh-CN" sz="1800" dirty="0">
                <a:solidFill>
                  <a:prstClr val="black"/>
                </a:solidFill>
                <a:latin typeface="Calibri"/>
                <a:ea typeface="宋体" panose="02010600030101010101" pitchFamily="2" charset="-122"/>
              </a:rPr>
              <a:t>[ISCA’22]</a:t>
            </a:r>
            <a:r>
              <a:rPr lang="en-US" altLang="zh-CN" sz="1800" dirty="0"/>
              <a:t> </a:t>
            </a:r>
            <a:r>
              <a:rPr lang="en-US" altLang="zh-CN" sz="3600" dirty="0"/>
              <a:t>using real GPU traces and metrics</a:t>
            </a:r>
          </a:p>
        </p:txBody>
      </p:sp>
      <p:sp>
        <p:nvSpPr>
          <p:cNvPr id="4" name="日期占位符 3">
            <a:extLst>
              <a:ext uri="{FF2B5EF4-FFF2-40B4-BE49-F238E27FC236}">
                <a16:creationId xmlns:a16="http://schemas.microsoft.com/office/drawing/2014/main" id="{455BCEB6-2486-4080-940C-35CE57153533}"/>
              </a:ext>
            </a:extLst>
          </p:cNvPr>
          <p:cNvSpPr>
            <a:spLocks noGrp="1"/>
          </p:cNvSpPr>
          <p:nvPr>
            <p:ph type="dt" sz="half" idx="10"/>
          </p:nvPr>
        </p:nvSpPr>
        <p:spPr/>
        <p:txBody>
          <a:bodyPr/>
          <a:lstStyle/>
          <a:p>
            <a:fld id="{4F027E88-BE14-4A3E-98F3-D6FF45DBB60D}" type="datetime1">
              <a:rPr lang="en-US" altLang="zh-CN" smtClean="0"/>
              <a:t>6/23/2025</a:t>
            </a:fld>
            <a:endParaRPr lang="en-US"/>
          </a:p>
        </p:txBody>
      </p:sp>
      <p:sp>
        <p:nvSpPr>
          <p:cNvPr id="5" name="灯片编号占位符 4">
            <a:extLst>
              <a:ext uri="{FF2B5EF4-FFF2-40B4-BE49-F238E27FC236}">
                <a16:creationId xmlns:a16="http://schemas.microsoft.com/office/drawing/2014/main" id="{84E07B2B-F2B1-47AF-92FB-985A0CD92E57}"/>
              </a:ext>
            </a:extLst>
          </p:cNvPr>
          <p:cNvSpPr>
            <a:spLocks noGrp="1"/>
          </p:cNvSpPr>
          <p:nvPr>
            <p:ph type="sldNum" sz="quarter" idx="12"/>
          </p:nvPr>
        </p:nvSpPr>
        <p:spPr/>
        <p:txBody>
          <a:bodyPr/>
          <a:lstStyle/>
          <a:p>
            <a:fld id="{C1FF6DA9-008F-8B48-92A6-B652298478BF}"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1080" y="168725"/>
            <a:ext cx="3642920" cy="748716"/>
          </a:xfrm>
        </p:spPr>
        <p:txBody>
          <a:bodyPr>
            <a:normAutofit/>
          </a:bodyPr>
          <a:lstStyle/>
          <a:p>
            <a:r>
              <a:rPr sz="3200" b="1" dirty="0">
                <a:solidFill>
                  <a:schemeClr val="accent2">
                    <a:lumMod val="75000"/>
                  </a:schemeClr>
                </a:solidFill>
              </a:rPr>
              <a:t>Accuracy Results</a:t>
            </a:r>
          </a:p>
        </p:txBody>
      </p:sp>
      <p:sp>
        <p:nvSpPr>
          <p:cNvPr id="3" name="Content Placeholder 2"/>
          <p:cNvSpPr>
            <a:spLocks noGrp="1"/>
          </p:cNvSpPr>
          <p:nvPr>
            <p:ph idx="1"/>
          </p:nvPr>
        </p:nvSpPr>
        <p:spPr>
          <a:xfrm>
            <a:off x="1331097" y="917441"/>
            <a:ext cx="8620623" cy="748716"/>
          </a:xfrm>
        </p:spPr>
        <p:txBody>
          <a:bodyPr>
            <a:normAutofit fontScale="92500" lnSpcReduction="10000"/>
          </a:bodyPr>
          <a:lstStyle/>
          <a:p>
            <a:r>
              <a:rPr lang="en-US" altLang="zh-CN" dirty="0"/>
              <a:t>AMALI reduces MAPE against to real GPU from 127.6% to 23.6% (Compared to </a:t>
            </a:r>
            <a:r>
              <a:rPr lang="en-US" altLang="zh-CN" dirty="0" err="1">
                <a:solidFill>
                  <a:srgbClr val="000000"/>
                </a:solidFill>
                <a:latin typeface="Calibri" panose="020F0502020204030204" pitchFamily="34" charset="0"/>
                <a:ea typeface="宋体" panose="02010600030101010101" pitchFamily="2" charset="-122"/>
              </a:rPr>
              <a:t>GCoM</a:t>
            </a:r>
            <a:r>
              <a:rPr lang="en-US" altLang="zh-CN" dirty="0">
                <a:solidFill>
                  <a:srgbClr val="000000"/>
                </a:solidFill>
                <a:latin typeface="Calibri" panose="020F0502020204030204" pitchFamily="34" charset="0"/>
                <a:ea typeface="宋体" panose="02010600030101010101" pitchFamily="2" charset="-122"/>
              </a:rPr>
              <a:t> </a:t>
            </a:r>
            <a:r>
              <a:rPr lang="en-US" altLang="zh-CN" sz="1350" dirty="0">
                <a:solidFill>
                  <a:srgbClr val="000000"/>
                </a:solidFill>
                <a:latin typeface="Calibri" panose="020F0502020204030204" pitchFamily="34" charset="0"/>
                <a:ea typeface="宋体" panose="02010600030101010101" pitchFamily="2" charset="-122"/>
              </a:rPr>
              <a:t>[ISCA’22] </a:t>
            </a:r>
            <a:r>
              <a:rPr lang="en-US" altLang="zh-CN" dirty="0"/>
              <a:t>)</a:t>
            </a:r>
          </a:p>
        </p:txBody>
      </p:sp>
      <p:sp>
        <p:nvSpPr>
          <p:cNvPr id="4" name="日期占位符 3">
            <a:extLst>
              <a:ext uri="{FF2B5EF4-FFF2-40B4-BE49-F238E27FC236}">
                <a16:creationId xmlns:a16="http://schemas.microsoft.com/office/drawing/2014/main" id="{0F290623-E7B6-420D-94BF-4153281C1BC2}"/>
              </a:ext>
            </a:extLst>
          </p:cNvPr>
          <p:cNvSpPr>
            <a:spLocks noGrp="1"/>
          </p:cNvSpPr>
          <p:nvPr>
            <p:ph type="dt" sz="half" idx="10"/>
          </p:nvPr>
        </p:nvSpPr>
        <p:spPr/>
        <p:txBody>
          <a:bodyPr/>
          <a:lstStyle/>
          <a:p>
            <a:fld id="{282B0A4D-A1EE-4C51-AF96-173C2D5B63B5}" type="datetime1">
              <a:rPr lang="en-US" altLang="zh-CN" smtClean="0"/>
              <a:t>6/23/2025</a:t>
            </a:fld>
            <a:endParaRPr lang="en-US"/>
          </a:p>
        </p:txBody>
      </p:sp>
      <p:sp>
        <p:nvSpPr>
          <p:cNvPr id="5" name="灯片编号占位符 4">
            <a:extLst>
              <a:ext uri="{FF2B5EF4-FFF2-40B4-BE49-F238E27FC236}">
                <a16:creationId xmlns:a16="http://schemas.microsoft.com/office/drawing/2014/main" id="{C9202510-D3C8-4C37-97A2-FE4CE1902E56}"/>
              </a:ext>
            </a:extLst>
          </p:cNvPr>
          <p:cNvSpPr>
            <a:spLocks noGrp="1"/>
          </p:cNvSpPr>
          <p:nvPr>
            <p:ph type="sldNum" sz="quarter" idx="12"/>
          </p:nvPr>
        </p:nvSpPr>
        <p:spPr/>
        <p:txBody>
          <a:bodyPr/>
          <a:lstStyle/>
          <a:p>
            <a:fld id="{C1FF6DA9-008F-8B48-92A6-B652298478BF}" type="slidenum">
              <a:rPr lang="en-US" smtClean="0"/>
              <a:t>18</a:t>
            </a:fld>
            <a:endParaRPr lang="en-US"/>
          </a:p>
        </p:txBody>
      </p:sp>
      <p:pic>
        <p:nvPicPr>
          <p:cNvPr id="7" name="图片 6">
            <a:extLst>
              <a:ext uri="{FF2B5EF4-FFF2-40B4-BE49-F238E27FC236}">
                <a16:creationId xmlns:a16="http://schemas.microsoft.com/office/drawing/2014/main" id="{196C11D1-18AC-48DB-A338-FE35BD3028C1}"/>
              </a:ext>
            </a:extLst>
          </p:cNvPr>
          <p:cNvPicPr>
            <a:picLocks noChangeAspect="1"/>
          </p:cNvPicPr>
          <p:nvPr/>
        </p:nvPicPr>
        <p:blipFill>
          <a:blip r:embed="rId3"/>
          <a:stretch>
            <a:fillRect/>
          </a:stretch>
        </p:blipFill>
        <p:spPr>
          <a:xfrm>
            <a:off x="604749" y="2658869"/>
            <a:ext cx="6292712" cy="3171178"/>
          </a:xfrm>
          <a:prstGeom prst="rect">
            <a:avLst/>
          </a:prstGeom>
        </p:spPr>
      </p:pic>
      <p:pic>
        <p:nvPicPr>
          <p:cNvPr id="9" name="图片 8">
            <a:extLst>
              <a:ext uri="{FF2B5EF4-FFF2-40B4-BE49-F238E27FC236}">
                <a16:creationId xmlns:a16="http://schemas.microsoft.com/office/drawing/2014/main" id="{0FCE5BDA-CCEF-4B88-B529-4EC4AE06C18C}"/>
              </a:ext>
            </a:extLst>
          </p:cNvPr>
          <p:cNvPicPr>
            <a:picLocks noChangeAspect="1"/>
          </p:cNvPicPr>
          <p:nvPr/>
        </p:nvPicPr>
        <p:blipFill>
          <a:blip r:embed="rId4"/>
          <a:stretch>
            <a:fillRect/>
          </a:stretch>
        </p:blipFill>
        <p:spPr>
          <a:xfrm>
            <a:off x="6897461" y="1666157"/>
            <a:ext cx="4684939" cy="41638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5600" y="207583"/>
            <a:ext cx="5029269" cy="737271"/>
          </a:xfrm>
        </p:spPr>
        <p:txBody>
          <a:bodyPr>
            <a:noAutofit/>
          </a:bodyPr>
          <a:lstStyle/>
          <a:p>
            <a:r>
              <a:rPr sz="3200" b="1">
                <a:solidFill>
                  <a:schemeClr val="accent2">
                    <a:lumMod val="75000"/>
                  </a:schemeClr>
                </a:solidFill>
              </a:rPr>
              <a:t>Design Space Exploration</a:t>
            </a:r>
          </a:p>
        </p:txBody>
      </p:sp>
      <p:sp>
        <p:nvSpPr>
          <p:cNvPr id="3" name="Content Placeholder 2"/>
          <p:cNvSpPr>
            <a:spLocks noGrp="1"/>
          </p:cNvSpPr>
          <p:nvPr>
            <p:ph idx="1"/>
          </p:nvPr>
        </p:nvSpPr>
        <p:spPr>
          <a:xfrm>
            <a:off x="97247" y="1215090"/>
            <a:ext cx="8016577" cy="1616884"/>
          </a:xfrm>
        </p:spPr>
        <p:txBody>
          <a:bodyPr>
            <a:noAutofit/>
          </a:bodyPr>
          <a:lstStyle/>
          <a:p>
            <a:r>
              <a:rPr lang="en-US" altLang="zh-CN" sz="2800" dirty="0"/>
              <a:t>Simulate H100 with </a:t>
            </a:r>
          </a:p>
          <a:p>
            <a:pPr marL="685800" lvl="2" indent="0">
              <a:buNone/>
            </a:pPr>
            <a:r>
              <a:rPr lang="en-US" altLang="zh-CN" sz="2800" dirty="0"/>
              <a:t>double A100 tensor core throughput</a:t>
            </a:r>
          </a:p>
          <a:p>
            <a:r>
              <a:rPr lang="en-US" altLang="zh-CN" sz="2800" dirty="0"/>
              <a:t>Accurately predicts GEMM kernel cycle reduction</a:t>
            </a:r>
          </a:p>
        </p:txBody>
      </p:sp>
      <p:sp>
        <p:nvSpPr>
          <p:cNvPr id="4" name="日期占位符 3">
            <a:extLst>
              <a:ext uri="{FF2B5EF4-FFF2-40B4-BE49-F238E27FC236}">
                <a16:creationId xmlns:a16="http://schemas.microsoft.com/office/drawing/2014/main" id="{775962C8-BF6A-417E-BADF-D70E9BCD45D7}"/>
              </a:ext>
            </a:extLst>
          </p:cNvPr>
          <p:cNvSpPr>
            <a:spLocks noGrp="1"/>
          </p:cNvSpPr>
          <p:nvPr>
            <p:ph type="dt" sz="half" idx="10"/>
          </p:nvPr>
        </p:nvSpPr>
        <p:spPr/>
        <p:txBody>
          <a:bodyPr/>
          <a:lstStyle/>
          <a:p>
            <a:fld id="{1B5AFE2E-1A70-4642-A3A7-50B276C1AE32}" type="datetime1">
              <a:rPr lang="en-US" altLang="zh-CN" smtClean="0"/>
              <a:t>6/23/2025</a:t>
            </a:fld>
            <a:endParaRPr lang="en-US"/>
          </a:p>
        </p:txBody>
      </p:sp>
      <p:sp>
        <p:nvSpPr>
          <p:cNvPr id="5" name="灯片编号占位符 4">
            <a:extLst>
              <a:ext uri="{FF2B5EF4-FFF2-40B4-BE49-F238E27FC236}">
                <a16:creationId xmlns:a16="http://schemas.microsoft.com/office/drawing/2014/main" id="{28FE3981-ED3F-4EE1-8C3A-79F798793520}"/>
              </a:ext>
            </a:extLst>
          </p:cNvPr>
          <p:cNvSpPr>
            <a:spLocks noGrp="1"/>
          </p:cNvSpPr>
          <p:nvPr>
            <p:ph type="sldNum" sz="quarter" idx="12"/>
          </p:nvPr>
        </p:nvSpPr>
        <p:spPr/>
        <p:txBody>
          <a:bodyPr/>
          <a:lstStyle/>
          <a:p>
            <a:fld id="{C1FF6DA9-008F-8B48-92A6-B652298478BF}" type="slidenum">
              <a:rPr lang="en-US" smtClean="0"/>
              <a:t>19</a:t>
            </a:fld>
            <a:endParaRPr lang="en-US"/>
          </a:p>
        </p:txBody>
      </p:sp>
      <p:pic>
        <p:nvPicPr>
          <p:cNvPr id="7" name="图片 6">
            <a:extLst>
              <a:ext uri="{FF2B5EF4-FFF2-40B4-BE49-F238E27FC236}">
                <a16:creationId xmlns:a16="http://schemas.microsoft.com/office/drawing/2014/main" id="{46AFB6AE-6DEC-44D2-AE90-4AC4457CDFCF}"/>
              </a:ext>
            </a:extLst>
          </p:cNvPr>
          <p:cNvPicPr>
            <a:picLocks noChangeAspect="1"/>
          </p:cNvPicPr>
          <p:nvPr/>
        </p:nvPicPr>
        <p:blipFill>
          <a:blip r:embed="rId3"/>
          <a:stretch>
            <a:fillRect/>
          </a:stretch>
        </p:blipFill>
        <p:spPr>
          <a:xfrm>
            <a:off x="5443474" y="3171935"/>
            <a:ext cx="6466586" cy="2996711"/>
          </a:xfrm>
          <a:prstGeom prst="rect">
            <a:avLst/>
          </a:prstGeom>
        </p:spPr>
      </p:pic>
      <p:sp>
        <p:nvSpPr>
          <p:cNvPr id="6" name="文本框 5">
            <a:extLst>
              <a:ext uri="{FF2B5EF4-FFF2-40B4-BE49-F238E27FC236}">
                <a16:creationId xmlns:a16="http://schemas.microsoft.com/office/drawing/2014/main" id="{DD243CE1-85EB-4413-8808-5B5905949C9B}"/>
              </a:ext>
            </a:extLst>
          </p:cNvPr>
          <p:cNvSpPr txBox="1"/>
          <p:nvPr/>
        </p:nvSpPr>
        <p:spPr>
          <a:xfrm>
            <a:off x="159154" y="3306165"/>
            <a:ext cx="5936845" cy="1815882"/>
          </a:xfrm>
          <a:prstGeom prst="rect">
            <a:avLst/>
          </a:prstGeom>
          <a:noFill/>
        </p:spPr>
        <p:txBody>
          <a:bodyPr wrap="square" rtlCol="0">
            <a:spAutoFit/>
          </a:bodyPr>
          <a:lstStyle/>
          <a:p>
            <a:pPr marL="255600" indent="-255600">
              <a:buFont typeface="Arial" panose="020B0604020202020204" pitchFamily="34" charset="0"/>
              <a:buChar char="•"/>
            </a:pPr>
            <a:r>
              <a:rPr lang="en-US" altLang="zh-CN" sz="2800" dirty="0"/>
              <a:t>Model A100: A100 SASS traces</a:t>
            </a:r>
            <a:r>
              <a:rPr lang="zh-CN" altLang="en-US" sz="2800" dirty="0"/>
              <a:t> </a:t>
            </a:r>
            <a:endParaRPr lang="en-US" altLang="zh-CN" sz="2800" dirty="0"/>
          </a:p>
          <a:p>
            <a:pPr marL="255600"/>
            <a:r>
              <a:rPr lang="en-US" altLang="zh-CN" sz="2800" dirty="0"/>
              <a:t>						+</a:t>
            </a:r>
            <a:r>
              <a:rPr lang="zh-CN" altLang="en-US" sz="2800" dirty="0"/>
              <a:t> </a:t>
            </a:r>
            <a:r>
              <a:rPr lang="en-US" altLang="zh-CN" sz="2800" b="1" dirty="0">
                <a:solidFill>
                  <a:srgbClr val="C00000"/>
                </a:solidFill>
              </a:rPr>
              <a:t>A100 config</a:t>
            </a:r>
          </a:p>
          <a:p>
            <a:pPr marL="255600" indent="-255600">
              <a:buFont typeface="Arial" panose="020B0604020202020204" pitchFamily="34" charset="0"/>
              <a:buChar char="•"/>
            </a:pPr>
            <a:r>
              <a:rPr lang="en-US" altLang="zh-CN" sz="2800" dirty="0"/>
              <a:t>Model H100: A100 SASS traces 					                 + </a:t>
            </a:r>
            <a:r>
              <a:rPr lang="en-US" altLang="zh-CN" sz="2800" b="1" dirty="0">
                <a:solidFill>
                  <a:srgbClr val="C00000"/>
                </a:solidFill>
              </a:rPr>
              <a:t>H100 config</a:t>
            </a:r>
          </a:p>
        </p:txBody>
      </p:sp>
      <p:pic>
        <p:nvPicPr>
          <p:cNvPr id="9" name="图片 8">
            <a:extLst>
              <a:ext uri="{FF2B5EF4-FFF2-40B4-BE49-F238E27FC236}">
                <a16:creationId xmlns:a16="http://schemas.microsoft.com/office/drawing/2014/main" id="{D634483C-CB06-4D2E-9E2D-FC56F1FA13C3}"/>
              </a:ext>
            </a:extLst>
          </p:cNvPr>
          <p:cNvPicPr>
            <a:picLocks noChangeAspect="1"/>
          </p:cNvPicPr>
          <p:nvPr/>
        </p:nvPicPr>
        <p:blipFill>
          <a:blip r:embed="rId4"/>
          <a:stretch>
            <a:fillRect/>
          </a:stretch>
        </p:blipFill>
        <p:spPr>
          <a:xfrm>
            <a:off x="7958926" y="944854"/>
            <a:ext cx="4135827" cy="2256450"/>
          </a:xfrm>
          <a:prstGeom prst="rect">
            <a:avLst/>
          </a:prstGeom>
        </p:spPr>
      </p:pic>
      <p:sp>
        <p:nvSpPr>
          <p:cNvPr id="10" name="文本框 9">
            <a:extLst>
              <a:ext uri="{FF2B5EF4-FFF2-40B4-BE49-F238E27FC236}">
                <a16:creationId xmlns:a16="http://schemas.microsoft.com/office/drawing/2014/main" id="{ACD5BEBF-E089-4449-B08E-664F24F715F1}"/>
              </a:ext>
            </a:extLst>
          </p:cNvPr>
          <p:cNvSpPr txBox="1"/>
          <p:nvPr/>
        </p:nvSpPr>
        <p:spPr>
          <a:xfrm>
            <a:off x="6095999" y="6076154"/>
            <a:ext cx="5610091" cy="369332"/>
          </a:xfrm>
          <a:prstGeom prst="rect">
            <a:avLst/>
          </a:prstGeom>
          <a:noFill/>
        </p:spPr>
        <p:txBody>
          <a:bodyPr wrap="square" rtlCol="0">
            <a:spAutoFit/>
          </a:bodyPr>
          <a:lstStyle/>
          <a:p>
            <a:r>
              <a:rPr lang="en-US" altLang="zh-CN" dirty="0"/>
              <a:t>Two bars split by red dash line: A100(left) H100(right)</a:t>
            </a:r>
            <a:endParaRPr lang="zh-CN" altLang="en-US" dirty="0"/>
          </a:p>
        </p:txBody>
      </p:sp>
      <p:sp>
        <p:nvSpPr>
          <p:cNvPr id="8" name="文本框 7">
            <a:extLst>
              <a:ext uri="{FF2B5EF4-FFF2-40B4-BE49-F238E27FC236}">
                <a16:creationId xmlns:a16="http://schemas.microsoft.com/office/drawing/2014/main" id="{F1924188-0195-4827-8A7A-402EB10DCA75}"/>
              </a:ext>
            </a:extLst>
          </p:cNvPr>
          <p:cNvSpPr txBox="1"/>
          <p:nvPr/>
        </p:nvSpPr>
        <p:spPr>
          <a:xfrm>
            <a:off x="159155" y="5122047"/>
            <a:ext cx="5336344" cy="954107"/>
          </a:xfrm>
          <a:prstGeom prst="rect">
            <a:avLst/>
          </a:prstGeom>
          <a:noFill/>
        </p:spPr>
        <p:txBody>
          <a:bodyPr wrap="square" rtlCol="0">
            <a:spAutoFit/>
          </a:bodyPr>
          <a:lstStyle/>
          <a:p>
            <a:r>
              <a:rPr lang="en-US" altLang="zh-CN" sz="2800" dirty="0"/>
              <a:t>Capture cycle reduction</a:t>
            </a:r>
          </a:p>
          <a:p>
            <a:r>
              <a:rPr lang="en-US" altLang="zh-CN" sz="2800" dirty="0"/>
              <a:t>MAPE in range 1.03% to 22.82%</a:t>
            </a:r>
            <a:endParaRPr lang="zh-CN"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DA512E-3C9D-4B0D-B99D-0BEDE8767B50}"/>
              </a:ext>
            </a:extLst>
          </p:cNvPr>
          <p:cNvSpPr>
            <a:spLocks noGrp="1"/>
          </p:cNvSpPr>
          <p:nvPr>
            <p:ph type="title"/>
          </p:nvPr>
        </p:nvSpPr>
        <p:spPr>
          <a:xfrm>
            <a:off x="4281600" y="274638"/>
            <a:ext cx="2688000" cy="726162"/>
          </a:xfrm>
        </p:spPr>
        <p:txBody>
          <a:bodyPr>
            <a:noAutofit/>
          </a:bodyPr>
          <a:lstStyle/>
          <a:p>
            <a:r>
              <a:rPr lang="en-US" altLang="zh-CN" sz="4800" b="1">
                <a:solidFill>
                  <a:schemeClr val="accent2">
                    <a:lumMod val="75000"/>
                  </a:schemeClr>
                </a:solidFill>
              </a:rPr>
              <a:t>Category</a:t>
            </a:r>
            <a:endParaRPr lang="zh-CN" altLang="en-US" sz="4800" b="1"/>
          </a:p>
        </p:txBody>
      </p:sp>
      <p:sp>
        <p:nvSpPr>
          <p:cNvPr id="4" name="日期占位符 3">
            <a:extLst>
              <a:ext uri="{FF2B5EF4-FFF2-40B4-BE49-F238E27FC236}">
                <a16:creationId xmlns:a16="http://schemas.microsoft.com/office/drawing/2014/main" id="{0D88EE19-ED8A-4A52-BF2D-32A1F742AE6D}"/>
              </a:ext>
            </a:extLst>
          </p:cNvPr>
          <p:cNvSpPr>
            <a:spLocks noGrp="1"/>
          </p:cNvSpPr>
          <p:nvPr>
            <p:ph type="dt" sz="half" idx="10"/>
          </p:nvPr>
        </p:nvSpPr>
        <p:spPr/>
        <p:txBody>
          <a:bodyPr/>
          <a:lstStyle/>
          <a:p>
            <a:fld id="{24A54D6B-652D-47AC-A85F-518F094529D0}" type="datetime1">
              <a:rPr lang="en-US" altLang="zh-CN" smtClean="0"/>
              <a:t>6/23/2025</a:t>
            </a:fld>
            <a:endParaRPr lang="en-US"/>
          </a:p>
        </p:txBody>
      </p:sp>
      <p:sp>
        <p:nvSpPr>
          <p:cNvPr id="5" name="灯片编号占位符 4">
            <a:extLst>
              <a:ext uri="{FF2B5EF4-FFF2-40B4-BE49-F238E27FC236}">
                <a16:creationId xmlns:a16="http://schemas.microsoft.com/office/drawing/2014/main" id="{302A954B-38D3-4716-820D-6C24455D750A}"/>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6" name="文本框 5">
            <a:extLst>
              <a:ext uri="{FF2B5EF4-FFF2-40B4-BE49-F238E27FC236}">
                <a16:creationId xmlns:a16="http://schemas.microsoft.com/office/drawing/2014/main" id="{2AC8FA1E-6A0D-4F1C-9355-B3D917367D20}"/>
              </a:ext>
            </a:extLst>
          </p:cNvPr>
          <p:cNvSpPr txBox="1"/>
          <p:nvPr/>
        </p:nvSpPr>
        <p:spPr>
          <a:xfrm>
            <a:off x="316800" y="1468800"/>
            <a:ext cx="11152800" cy="2578463"/>
          </a:xfrm>
          <a:prstGeom prst="rect">
            <a:avLst/>
          </a:prstGeom>
          <a:noFill/>
        </p:spPr>
        <p:txBody>
          <a:bodyPr wrap="square" rtlCol="0">
            <a:spAutoFit/>
          </a:bodyPr>
          <a:lstStyle/>
          <a:p>
            <a:pPr marL="285750" indent="-285750">
              <a:lnSpc>
                <a:spcPts val="5000"/>
              </a:lnSpc>
              <a:buFont typeface="Arial" panose="020B0604020202020204" pitchFamily="34" charset="0"/>
              <a:buChar char="•"/>
            </a:pPr>
            <a:r>
              <a:rPr lang="en-US" altLang="zh-CN" sz="2800"/>
              <a:t>Background and Motivation</a:t>
            </a:r>
          </a:p>
          <a:p>
            <a:pPr marL="285750" indent="-285750">
              <a:lnSpc>
                <a:spcPts val="5000"/>
              </a:lnSpc>
              <a:buFont typeface="Arial" panose="020B0604020202020204" pitchFamily="34" charset="0"/>
              <a:buChar char="•"/>
            </a:pPr>
            <a:r>
              <a:rPr lang="en-US" altLang="zh-CN" sz="2800"/>
              <a:t>AMALI</a:t>
            </a:r>
            <a:r>
              <a:rPr lang="zh-CN" altLang="en-US" sz="2800"/>
              <a:t>：</a:t>
            </a:r>
            <a:r>
              <a:rPr lang="en-US" altLang="zh-CN" sz="2800" b="1"/>
              <a:t>A</a:t>
            </a:r>
            <a:r>
              <a:rPr lang="en-US" altLang="zh-CN" sz="2800"/>
              <a:t>nalytical </a:t>
            </a:r>
            <a:r>
              <a:rPr lang="en-US" altLang="zh-CN" sz="2800" b="1"/>
              <a:t>M</a:t>
            </a:r>
            <a:r>
              <a:rPr lang="en-US" altLang="zh-CN" sz="2800"/>
              <a:t>odel </a:t>
            </a:r>
            <a:r>
              <a:rPr lang="en-US" altLang="zh-CN" sz="2800" b="1"/>
              <a:t>A</a:t>
            </a:r>
            <a:r>
              <a:rPr lang="en-US" altLang="zh-CN" sz="2800"/>
              <a:t>ccurate modeling </a:t>
            </a:r>
            <a:r>
              <a:rPr lang="en-US" altLang="zh-CN" sz="2800" b="1"/>
              <a:t>L</a:t>
            </a:r>
            <a:r>
              <a:rPr lang="en-US" altLang="zh-CN" sz="2800"/>
              <a:t>LM </a:t>
            </a:r>
            <a:r>
              <a:rPr lang="en-US" altLang="zh-CN" sz="2800" b="1"/>
              <a:t>I</a:t>
            </a:r>
            <a:r>
              <a:rPr lang="en-US" altLang="zh-CN" sz="2800"/>
              <a:t>nference</a:t>
            </a:r>
          </a:p>
          <a:p>
            <a:pPr marL="285750" indent="-285750">
              <a:lnSpc>
                <a:spcPts val="5000"/>
              </a:lnSpc>
              <a:buFont typeface="Arial" panose="020B0604020202020204" pitchFamily="34" charset="0"/>
              <a:buChar char="•"/>
            </a:pPr>
            <a:r>
              <a:rPr lang="en-US" altLang="zh-CN" sz="2800"/>
              <a:t>Evaluation</a:t>
            </a:r>
          </a:p>
          <a:p>
            <a:pPr marL="285750" indent="-285750">
              <a:lnSpc>
                <a:spcPts val="5000"/>
              </a:lnSpc>
              <a:buFont typeface="Arial" panose="020B0604020202020204" pitchFamily="34" charset="0"/>
              <a:buChar char="•"/>
            </a:pPr>
            <a:r>
              <a:rPr lang="en-US" altLang="zh-CN" sz="2800"/>
              <a:t>Conclusion</a:t>
            </a:r>
            <a:endParaRPr lang="zh-CN" altLang="en-US" sz="2800"/>
          </a:p>
        </p:txBody>
      </p:sp>
      <p:sp>
        <p:nvSpPr>
          <p:cNvPr id="7" name="箭头: 右 6">
            <a:extLst>
              <a:ext uri="{FF2B5EF4-FFF2-40B4-BE49-F238E27FC236}">
                <a16:creationId xmlns:a16="http://schemas.microsoft.com/office/drawing/2014/main" id="{7923D2F7-83AC-4F7C-A378-C2E63C904FBC}"/>
              </a:ext>
            </a:extLst>
          </p:cNvPr>
          <p:cNvSpPr/>
          <p:nvPr/>
        </p:nvSpPr>
        <p:spPr>
          <a:xfrm rot="10800000">
            <a:off x="2808000" y="3557663"/>
            <a:ext cx="1987200" cy="489600"/>
          </a:xfrm>
          <a:prstGeom prs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35737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87795" y="244454"/>
            <a:ext cx="3428940" cy="820085"/>
          </a:xfrm>
        </p:spPr>
        <p:txBody>
          <a:bodyPr>
            <a:noAutofit/>
          </a:bodyPr>
          <a:lstStyle/>
          <a:p>
            <a:r>
              <a:rPr sz="4800" b="1" dirty="0">
                <a:solidFill>
                  <a:schemeClr val="accent2">
                    <a:lumMod val="75000"/>
                  </a:schemeClr>
                </a:solidFill>
              </a:rPr>
              <a:t>Conclusion</a:t>
            </a:r>
          </a:p>
        </p:txBody>
      </p:sp>
      <p:sp>
        <p:nvSpPr>
          <p:cNvPr id="3" name="Content Placeholder 2"/>
          <p:cNvSpPr>
            <a:spLocks noGrp="1"/>
          </p:cNvSpPr>
          <p:nvPr>
            <p:ph idx="1"/>
          </p:nvPr>
        </p:nvSpPr>
        <p:spPr>
          <a:xfrm>
            <a:off x="347508" y="754939"/>
            <a:ext cx="12862560" cy="5348122"/>
          </a:xfrm>
        </p:spPr>
        <p:txBody>
          <a:bodyPr>
            <a:normAutofit fontScale="92500" lnSpcReduction="10000"/>
          </a:bodyPr>
          <a:lstStyle/>
          <a:p>
            <a:pPr marL="0" indent="0">
              <a:buNone/>
            </a:pPr>
            <a:endParaRPr dirty="0"/>
          </a:p>
          <a:p>
            <a:r>
              <a:rPr sz="3600" dirty="0"/>
              <a:t>AMALI enables accurate GPU modeling for LLM inference</a:t>
            </a:r>
            <a:endParaRPr lang="en-US" sz="3600" dirty="0"/>
          </a:p>
          <a:p>
            <a:endParaRPr sz="3600" dirty="0"/>
          </a:p>
          <a:p>
            <a:r>
              <a:rPr sz="3600" dirty="0"/>
              <a:t>Precise modeling of </a:t>
            </a:r>
            <a:endParaRPr lang="en-US" sz="3600" dirty="0"/>
          </a:p>
          <a:p>
            <a:pPr lvl="1"/>
            <a:r>
              <a:rPr lang="en-US" sz="3300" dirty="0"/>
              <a:t> </a:t>
            </a:r>
            <a:r>
              <a:rPr sz="3300" dirty="0"/>
              <a:t>tensor</a:t>
            </a:r>
            <a:r>
              <a:rPr lang="en-US" sz="3300" dirty="0"/>
              <a:t> core unique behavior</a:t>
            </a:r>
            <a:r>
              <a:rPr sz="3300" dirty="0"/>
              <a:t>, </a:t>
            </a:r>
            <a:endParaRPr lang="en-US" sz="3300" dirty="0"/>
          </a:p>
          <a:p>
            <a:pPr lvl="1"/>
            <a:r>
              <a:rPr lang="en-US" sz="3300" dirty="0"/>
              <a:t> constant </a:t>
            </a:r>
            <a:r>
              <a:rPr sz="3300" dirty="0"/>
              <a:t>cache</a:t>
            </a:r>
            <a:r>
              <a:rPr lang="en-US" sz="3300" dirty="0"/>
              <a:t> miss &amp; instruction cache miss</a:t>
            </a:r>
            <a:r>
              <a:rPr sz="3300" dirty="0"/>
              <a:t>,  </a:t>
            </a:r>
            <a:endParaRPr lang="en-US" sz="3300" dirty="0"/>
          </a:p>
          <a:p>
            <a:pPr lvl="1"/>
            <a:r>
              <a:rPr lang="en-US" sz="3300" dirty="0"/>
              <a:t> </a:t>
            </a:r>
            <a:r>
              <a:rPr sz="3300" dirty="0"/>
              <a:t>warp </a:t>
            </a:r>
            <a:r>
              <a:rPr lang="en-US" sz="3300" dirty="0"/>
              <a:t>instruction divergence</a:t>
            </a:r>
          </a:p>
          <a:p>
            <a:endParaRPr sz="3600" dirty="0"/>
          </a:p>
          <a:p>
            <a:r>
              <a:rPr sz="3600" dirty="0"/>
              <a:t>Fast and insightful for software and hardware design</a:t>
            </a:r>
            <a:endParaRPr lang="en-US" sz="3600" dirty="0"/>
          </a:p>
          <a:p>
            <a:pPr lvl="1"/>
            <a:r>
              <a:rPr lang="en-US" sz="3300" dirty="0"/>
              <a:t> MAPE of 23.6% against A100 GPU</a:t>
            </a:r>
            <a:endParaRPr sz="3300" dirty="0"/>
          </a:p>
        </p:txBody>
      </p:sp>
      <p:sp>
        <p:nvSpPr>
          <p:cNvPr id="4" name="日期占位符 3">
            <a:extLst>
              <a:ext uri="{FF2B5EF4-FFF2-40B4-BE49-F238E27FC236}">
                <a16:creationId xmlns:a16="http://schemas.microsoft.com/office/drawing/2014/main" id="{19CF963E-C1F0-4783-AEBA-D14D083D7FD9}"/>
              </a:ext>
            </a:extLst>
          </p:cNvPr>
          <p:cNvSpPr>
            <a:spLocks noGrp="1"/>
          </p:cNvSpPr>
          <p:nvPr>
            <p:ph type="dt" sz="half" idx="10"/>
          </p:nvPr>
        </p:nvSpPr>
        <p:spPr/>
        <p:txBody>
          <a:bodyPr/>
          <a:lstStyle/>
          <a:p>
            <a:fld id="{DBB9F2AF-6D15-4FAA-B52A-DEF9A0BE5A5E}" type="datetime1">
              <a:rPr lang="en-US" altLang="zh-CN" smtClean="0"/>
              <a:t>6/23/2025</a:t>
            </a:fld>
            <a:endParaRPr lang="en-US"/>
          </a:p>
        </p:txBody>
      </p:sp>
      <p:sp>
        <p:nvSpPr>
          <p:cNvPr id="5" name="灯片编号占位符 4">
            <a:extLst>
              <a:ext uri="{FF2B5EF4-FFF2-40B4-BE49-F238E27FC236}">
                <a16:creationId xmlns:a16="http://schemas.microsoft.com/office/drawing/2014/main" id="{FD690EAE-2E51-4375-8601-9B265B1674DD}"/>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1600" y="143521"/>
            <a:ext cx="3988800" cy="2326302"/>
          </a:xfrm>
        </p:spPr>
        <p:txBody>
          <a:bodyPr>
            <a:noAutofit/>
          </a:bodyPr>
          <a:lstStyle/>
          <a:p>
            <a:r>
              <a:rPr sz="4800" b="1" dirty="0">
                <a:solidFill>
                  <a:schemeClr val="accent2">
                    <a:lumMod val="75000"/>
                  </a:schemeClr>
                </a:solidFill>
              </a:rPr>
              <a:t>Thank You</a:t>
            </a:r>
            <a:br>
              <a:rPr lang="en-US" sz="4800" b="1" dirty="0">
                <a:solidFill>
                  <a:schemeClr val="accent2">
                    <a:lumMod val="75000"/>
                  </a:schemeClr>
                </a:solidFill>
              </a:rPr>
            </a:br>
            <a:r>
              <a:rPr lang="ja-JP" altLang="en-US" sz="4800" b="1" dirty="0">
                <a:solidFill>
                  <a:schemeClr val="accent2">
                    <a:lumMod val="75000"/>
                  </a:schemeClr>
                </a:solidFill>
              </a:rPr>
              <a:t>ありがとう</a:t>
            </a:r>
            <a:br>
              <a:rPr lang="en-US" altLang="ja-JP" sz="4800" b="1" dirty="0">
                <a:solidFill>
                  <a:schemeClr val="accent2">
                    <a:lumMod val="75000"/>
                  </a:schemeClr>
                </a:solidFill>
              </a:rPr>
            </a:br>
            <a:r>
              <a:rPr lang="zh-CN" altLang="en-US" sz="4800" b="1" dirty="0">
                <a:solidFill>
                  <a:schemeClr val="accent2">
                    <a:lumMod val="75000"/>
                  </a:schemeClr>
                </a:solidFill>
              </a:rPr>
              <a:t>谢谢</a:t>
            </a:r>
            <a:endParaRPr sz="4800" b="1" dirty="0">
              <a:solidFill>
                <a:schemeClr val="accent2">
                  <a:lumMod val="75000"/>
                </a:schemeClr>
              </a:solidFill>
            </a:endParaRPr>
          </a:p>
        </p:txBody>
      </p:sp>
      <p:sp>
        <p:nvSpPr>
          <p:cNvPr id="3" name="Content Placeholder 2"/>
          <p:cNvSpPr>
            <a:spLocks noGrp="1"/>
          </p:cNvSpPr>
          <p:nvPr>
            <p:ph idx="1"/>
          </p:nvPr>
        </p:nvSpPr>
        <p:spPr>
          <a:xfrm>
            <a:off x="609600" y="2231602"/>
            <a:ext cx="2971800" cy="1485590"/>
          </a:xfrm>
        </p:spPr>
        <p:txBody>
          <a:bodyPr/>
          <a:lstStyle/>
          <a:p>
            <a:endParaRPr/>
          </a:p>
          <a:p>
            <a:r>
              <a:rPr sz="3600"/>
              <a:t>Questions?</a:t>
            </a:r>
          </a:p>
        </p:txBody>
      </p:sp>
      <p:sp>
        <p:nvSpPr>
          <p:cNvPr id="4" name="日期占位符 3">
            <a:extLst>
              <a:ext uri="{FF2B5EF4-FFF2-40B4-BE49-F238E27FC236}">
                <a16:creationId xmlns:a16="http://schemas.microsoft.com/office/drawing/2014/main" id="{ABF4DA21-C71E-40FA-A8B3-181EB98EF153}"/>
              </a:ext>
            </a:extLst>
          </p:cNvPr>
          <p:cNvSpPr>
            <a:spLocks noGrp="1"/>
          </p:cNvSpPr>
          <p:nvPr>
            <p:ph type="dt" sz="half" idx="10"/>
          </p:nvPr>
        </p:nvSpPr>
        <p:spPr/>
        <p:txBody>
          <a:bodyPr/>
          <a:lstStyle/>
          <a:p>
            <a:fld id="{EAD37DDD-7301-44E9-94DF-5B2086CB66E6}" type="datetime1">
              <a:rPr lang="en-US" altLang="zh-CN" smtClean="0"/>
              <a:t>6/23/2025</a:t>
            </a:fld>
            <a:endParaRPr lang="en-US"/>
          </a:p>
        </p:txBody>
      </p:sp>
      <p:sp>
        <p:nvSpPr>
          <p:cNvPr id="5" name="灯片编号占位符 4">
            <a:extLst>
              <a:ext uri="{FF2B5EF4-FFF2-40B4-BE49-F238E27FC236}">
                <a16:creationId xmlns:a16="http://schemas.microsoft.com/office/drawing/2014/main" id="{35BB5F9E-425C-4EE9-BC6E-FD17E7F4331E}"/>
              </a:ext>
            </a:extLst>
          </p:cNvPr>
          <p:cNvSpPr>
            <a:spLocks noGrp="1"/>
          </p:cNvSpPr>
          <p:nvPr>
            <p:ph type="sldNum" sz="quarter" idx="12"/>
          </p:nvPr>
        </p:nvSpPr>
        <p:spPr/>
        <p:txBody>
          <a:bodyPr/>
          <a:lstStyle/>
          <a:p>
            <a:fld id="{C1FF6DA9-008F-8B48-92A6-B652298478BF}" type="slidenum">
              <a:rPr lang="en-US" smtClean="0"/>
              <a:t>22</a:t>
            </a:fld>
            <a:endParaRPr lang="en-US"/>
          </a:p>
        </p:txBody>
      </p:sp>
      <p:sp>
        <p:nvSpPr>
          <p:cNvPr id="6" name="文本框 5">
            <a:extLst>
              <a:ext uri="{FF2B5EF4-FFF2-40B4-BE49-F238E27FC236}">
                <a16:creationId xmlns:a16="http://schemas.microsoft.com/office/drawing/2014/main" id="{C00DCC02-F4D3-44AA-BADD-7A2AE4D9CA4E}"/>
              </a:ext>
            </a:extLst>
          </p:cNvPr>
          <p:cNvSpPr txBox="1"/>
          <p:nvPr/>
        </p:nvSpPr>
        <p:spPr>
          <a:xfrm>
            <a:off x="609600" y="5538384"/>
            <a:ext cx="6263640" cy="646331"/>
          </a:xfrm>
          <a:prstGeom prst="rect">
            <a:avLst/>
          </a:prstGeom>
          <a:noFill/>
        </p:spPr>
        <p:txBody>
          <a:bodyPr wrap="square" rtlCol="0">
            <a:spAutoFit/>
          </a:bodyPr>
          <a:lstStyle/>
          <a:p>
            <a:r>
              <a:rPr lang="en-US" altLang="zh-CN"/>
              <a:t>Shiheng Cao @</a:t>
            </a:r>
            <a:r>
              <a:rPr lang="zh-CN" altLang="en-US"/>
              <a:t> </a:t>
            </a:r>
            <a:r>
              <a:rPr lang="en-US" altLang="zh-CN"/>
              <a:t>University of Science and Technology of China</a:t>
            </a:r>
          </a:p>
          <a:p>
            <a:r>
              <a:rPr lang="en-US" altLang="zh-CN"/>
              <a:t>caosh2020@mail.ustc.edu.cn</a:t>
            </a:r>
            <a:endParaRPr lang="zh-CN"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1945</TotalTime>
  <Words>3307</Words>
  <Application>Microsoft Office PowerPoint</Application>
  <PresentationFormat>宽屏</PresentationFormat>
  <Paragraphs>362</Paragraphs>
  <Slides>22</Slides>
  <Notes>19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22</vt:i4>
      </vt:variant>
    </vt:vector>
  </HeadingPairs>
  <TitlesOfParts>
    <vt:vector size="29" baseType="lpstr">
      <vt:lpstr>__styreneB_820c23</vt:lpstr>
      <vt:lpstr>等线</vt:lpstr>
      <vt:lpstr>Arial</vt:lpstr>
      <vt:lpstr>Calibri</vt:lpstr>
      <vt:lpstr>Cambria</vt:lpstr>
      <vt:lpstr>Cambria Math</vt:lpstr>
      <vt:lpstr>Office Theme</vt:lpstr>
      <vt:lpstr>PowerPoint 演示文稿</vt:lpstr>
      <vt:lpstr>Category</vt:lpstr>
      <vt:lpstr>Motivation: Modeling LLM Inference on GPUs</vt:lpstr>
      <vt:lpstr>PowerPoint 演示文稿</vt:lpstr>
      <vt:lpstr>Modeling Extra Stall Cycles</vt:lpstr>
      <vt:lpstr>Tensor Core Modeling</vt:lpstr>
      <vt:lpstr>Tensor Core Modeling</vt:lpstr>
      <vt:lpstr>Ignored Immediate Constant Cache(IMC) miss &amp; Instruction Cache(IS) miss</vt:lpstr>
      <vt:lpstr>Limitations of Uniform Warp Assumption</vt:lpstr>
      <vt:lpstr>Summary of Limitation</vt:lpstr>
      <vt:lpstr>Category</vt:lpstr>
      <vt:lpstr>AMALI Overview</vt:lpstr>
      <vt:lpstr>Tensor Core Modeling</vt:lpstr>
      <vt:lpstr>Kernel Launch Latency and Instruction Divergence</vt:lpstr>
      <vt:lpstr>Highlight AMALI</vt:lpstr>
      <vt:lpstr>Category</vt:lpstr>
      <vt:lpstr>Evaluation Setup</vt:lpstr>
      <vt:lpstr>Accuracy Results</vt:lpstr>
      <vt:lpstr>Design Space Exploration</vt:lpstr>
      <vt:lpstr>Category</vt:lpstr>
      <vt:lpstr>Conclusion</vt:lpstr>
      <vt:lpstr>Thank You ありがとう 谢谢</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
  <cp:keywords/>
  <dc:description>generated using python-pptx</dc:description>
  <cp:lastModifiedBy>士衡 曹</cp:lastModifiedBy>
  <cp:revision>5</cp:revision>
  <dcterms:created xsi:type="dcterms:W3CDTF">2013-01-27T09:14:16Z</dcterms:created>
  <dcterms:modified xsi:type="dcterms:W3CDTF">2025-06-24T02:06:07Z</dcterms:modified>
  <cp:category/>
</cp:coreProperties>
</file>